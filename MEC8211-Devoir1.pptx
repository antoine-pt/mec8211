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8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07/02/2026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MEC8211 – Devoir 1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0817"/>
            <a:ext cx="9144000" cy="1655762"/>
          </a:xfrm>
        </p:spPr>
        <p:txBody>
          <a:bodyPr/>
          <a:lstStyle/>
          <a:p>
            <a:r>
              <a:rPr lang="fr-FR" dirty="0"/>
              <a:t>Antoine Payette-Toupin (2090788)</a:t>
            </a:r>
          </a:p>
          <a:p>
            <a:r>
              <a:rPr lang="fr-FR" dirty="0"/>
              <a:t>Charlotte Sabrié (2485495)</a:t>
            </a:r>
          </a:p>
          <a:p>
            <a:r>
              <a:rPr lang="fr-FR" dirty="0"/>
              <a:t>Loïc Vignaud (2485146)</a:t>
            </a:r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273917-48AA-BB75-2DCF-C2F32465E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4B52A-E1C1-39D0-F09E-BC090C67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445" y="1249853"/>
            <a:ext cx="10888579" cy="4781300"/>
          </a:xfrm>
        </p:spPr>
        <p:txBody>
          <a:bodyPr/>
          <a:lstStyle/>
          <a:p>
            <a:r>
              <a:rPr lang="fr-FR" dirty="0"/>
              <a:t>Problème stationnaire :</a:t>
            </a:r>
          </a:p>
          <a:p>
            <a:r>
              <a:rPr lang="fr-FR" dirty="0"/>
              <a:t>Problème </a:t>
            </a:r>
            <a:r>
              <a:rPr lang="fr-FR" b="1" dirty="0"/>
              <a:t>elliptique </a:t>
            </a:r>
            <a:endParaRPr lang="fr-FR" dirty="0"/>
          </a:p>
          <a:p>
            <a:r>
              <a:rPr lang="fr-FR" dirty="0"/>
              <a:t>Coordonnées cylindriques (symétrie autour de l’axe du pilier) </a:t>
            </a:r>
          </a:p>
          <a:p>
            <a:r>
              <a:rPr lang="fr-FR" dirty="0"/>
              <a:t> Réduction de la dimensionalité du problème : </a:t>
            </a:r>
          </a:p>
          <a:p>
            <a:pPr lvl="1"/>
            <a:r>
              <a:rPr lang="fr-FR" dirty="0"/>
              <a:t>Invariance par translation le long de l’axe du pilier (considéré infini)</a:t>
            </a:r>
          </a:p>
          <a:p>
            <a:pPr lvl="1"/>
            <a:r>
              <a:rPr lang="fr-FR" dirty="0"/>
              <a:t>Invariance par rotation autour de l’axe du pilier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 La </a:t>
            </a:r>
            <a:r>
              <a:rPr lang="fr-FR" b="1" dirty="0">
                <a:sym typeface="Wingdings" panose="05000000000000000000" pitchFamily="2" charset="2"/>
              </a:rPr>
              <a:t>concentration ne dépend que de r</a:t>
            </a:r>
            <a:r>
              <a:rPr lang="fr-FR" dirty="0">
                <a:sym typeface="Wingdings" panose="05000000000000000000" pitchFamily="2" charset="2"/>
              </a:rPr>
              <a:t>,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     la distance au centre du pilier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Le système est discrétisé à l’aide de cinq nœuds,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   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disposés tels que </a:t>
            </a:r>
            <a:r>
              <a:rPr kumimoji="0" lang="el-G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Δ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 = R/5 = 0,1m</a:t>
            </a:r>
          </a:p>
          <a:p>
            <a:pPr marL="457200" lvl="1" indent="0">
              <a:buNone/>
            </a:pPr>
            <a:endParaRPr lang="fr-FR" dirty="0">
              <a:sym typeface="Wingdings" panose="05000000000000000000" pitchFamily="2" charset="2"/>
            </a:endParaRPr>
          </a:p>
        </p:txBody>
      </p:sp>
      <p:pic>
        <p:nvPicPr>
          <p:cNvPr id="5" name="Image 4" descr="Une image contenant Police, blanc, typographie, calligraphie&#10;&#10;Le contenu généré par l’IA peut être incorrect.">
            <a:extLst>
              <a:ext uri="{FF2B5EF4-FFF2-40B4-BE49-F238E27FC236}">
                <a16:creationId xmlns:a16="http://schemas.microsoft.com/office/drawing/2014/main" id="{27D56F01-7022-CBE0-6E09-7F23518C5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682" y="1193659"/>
            <a:ext cx="2585010" cy="574446"/>
          </a:xfrm>
          <a:prstGeom prst="rect">
            <a:avLst/>
          </a:prstGeom>
        </p:spPr>
      </p:pic>
      <p:pic>
        <p:nvPicPr>
          <p:cNvPr id="7" name="Image 6" descr="Une image contenant cercle, texte, capture d’écran, diagramme&#10;&#10;Le contenu généré par l’IA peut être incorrect.">
            <a:extLst>
              <a:ext uri="{FF2B5EF4-FFF2-40B4-BE49-F238E27FC236}">
                <a16:creationId xmlns:a16="http://schemas.microsoft.com/office/drawing/2014/main" id="{E00351DC-A5B5-77A4-AA32-A3D8A8428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319" y="3707905"/>
            <a:ext cx="3139712" cy="26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887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ECC886-3C4C-03F7-F7FE-9717E3684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Conditions frontières : </a:t>
            </a:r>
          </a:p>
          <a:p>
            <a:pPr marL="0" indent="0">
              <a:buNone/>
            </a:pPr>
            <a:r>
              <a:rPr lang="fr-FR" dirty="0"/>
              <a:t>	Au nœud 5, par continuité, on a :</a:t>
            </a:r>
          </a:p>
          <a:p>
            <a:pPr marL="0" indent="0">
              <a:buNone/>
            </a:pPr>
            <a:r>
              <a:rPr lang="fr-FR" dirty="0"/>
              <a:t>	(conditions de Dirichlet) 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Conditions initiales : sans objet puisque le problème est stationnaire 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1994DCE-0655-49EB-76A8-F20E9240F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pic>
        <p:nvPicPr>
          <p:cNvPr id="6" name="Image 5" descr="Une image contenant Police, calligraphie, blanc, texte&#10;&#10;Le contenu généré par l’IA peut être incorrect.">
            <a:extLst>
              <a:ext uri="{FF2B5EF4-FFF2-40B4-BE49-F238E27FC236}">
                <a16:creationId xmlns:a16="http://schemas.microsoft.com/office/drawing/2014/main" id="{8DB6BF51-8879-AB0F-E39E-7E855B423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880" y="2218995"/>
            <a:ext cx="3924640" cy="65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2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AE4511-35CA-310B-04A1-89AAE17E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CD5D4174-5671-2FDC-55EC-7EC6BA508FB7}"/>
              </a:ext>
            </a:extLst>
          </p:cNvPr>
          <p:cNvSpPr txBox="1">
            <a:spLocks/>
          </p:cNvSpPr>
          <p:nvPr/>
        </p:nvSpPr>
        <p:spPr>
          <a:xfrm>
            <a:off x="838199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B. Résolution analytique  </a:t>
            </a:r>
          </a:p>
        </p:txBody>
      </p:sp>
    </p:spTree>
    <p:extLst>
      <p:ext uri="{BB962C8B-B14F-4D97-AF65-F5344CB8AC3E}">
        <p14:creationId xmlns:p14="http://schemas.microsoft.com/office/powerpoint/2010/main" val="28256860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147</Words>
  <Application>Microsoft Office PowerPoint</Application>
  <PresentationFormat>Grand écran</PresentationFormat>
  <Paragraphs>21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Wingdings</vt:lpstr>
      <vt:lpstr>Thème Office</vt:lpstr>
      <vt:lpstr>MEC8211 – Devoir 1 </vt:lpstr>
      <vt:lpstr>A. Etablir le problème stationnaire </vt:lpstr>
      <vt:lpstr>A. Etablir le problème stationnaire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1</cp:revision>
  <dcterms:created xsi:type="dcterms:W3CDTF">2026-02-07T22:10:41Z</dcterms:created>
  <dcterms:modified xsi:type="dcterms:W3CDTF">2026-02-08T03:20:25Z</dcterms:modified>
</cp:coreProperties>
</file>