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8" r:id="rId5"/>
    <p:sldId id="262" r:id="rId6"/>
    <p:sldId id="263" r:id="rId7"/>
    <p:sldId id="261" r:id="rId8"/>
    <p:sldId id="270" r:id="rId9"/>
    <p:sldId id="269" r:id="rId10"/>
    <p:sldId id="265" r:id="rId1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7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BF20FCA-9849-8D64-289F-FB7638BA93A6}"/>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76829620-5708-DEC4-9272-A41F0A6301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ADB910B6-110F-28F4-BC47-9CD148E69718}"/>
              </a:ext>
            </a:extLst>
          </p:cNvPr>
          <p:cNvSpPr>
            <a:spLocks noGrp="1"/>
          </p:cNvSpPr>
          <p:nvPr>
            <p:ph type="dt" sz="half" idx="10"/>
          </p:nvPr>
        </p:nvSpPr>
        <p:spPr/>
        <p:txBody>
          <a:bodyPr/>
          <a:lstStyle/>
          <a:p>
            <a:fld id="{4E51AFDA-D128-4B68-A211-269E2451E5DE}" type="datetimeFigureOut">
              <a:rPr lang="fr-FR" smtClean="0"/>
              <a:t>15/02/2026</a:t>
            </a:fld>
            <a:endParaRPr lang="fr-FR"/>
          </a:p>
        </p:txBody>
      </p:sp>
      <p:sp>
        <p:nvSpPr>
          <p:cNvPr id="5" name="Espace réservé du pied de page 4">
            <a:extLst>
              <a:ext uri="{FF2B5EF4-FFF2-40B4-BE49-F238E27FC236}">
                <a16:creationId xmlns:a16="http://schemas.microsoft.com/office/drawing/2014/main" id="{F44678E1-FCC5-EC25-725D-328119EFF80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E9387A6-A3E0-90B2-ED44-78CDF4F0D284}"/>
              </a:ext>
            </a:extLst>
          </p:cNvPr>
          <p:cNvSpPr>
            <a:spLocks noGrp="1"/>
          </p:cNvSpPr>
          <p:nvPr>
            <p:ph type="sldNum" sz="quarter" idx="12"/>
          </p:nvPr>
        </p:nvSpPr>
        <p:spPr/>
        <p:txBody>
          <a:bodyPr/>
          <a:lstStyle/>
          <a:p>
            <a:fld id="{FD85B578-4E75-4E1C-9BE3-D5DCC0715B13}" type="slidenum">
              <a:rPr lang="fr-FR" smtClean="0"/>
              <a:t>‹N°›</a:t>
            </a:fld>
            <a:endParaRPr lang="fr-FR"/>
          </a:p>
        </p:txBody>
      </p:sp>
    </p:spTree>
    <p:extLst>
      <p:ext uri="{BB962C8B-B14F-4D97-AF65-F5344CB8AC3E}">
        <p14:creationId xmlns:p14="http://schemas.microsoft.com/office/powerpoint/2010/main" val="37753902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C97288E-ECBA-99C4-1444-DA21DAB4C3D7}"/>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EC74A79-D906-7648-DF71-F652B3D257E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4EB91EF-38F8-ABFB-87B4-57EDEDB999A7}"/>
              </a:ext>
            </a:extLst>
          </p:cNvPr>
          <p:cNvSpPr>
            <a:spLocks noGrp="1"/>
          </p:cNvSpPr>
          <p:nvPr>
            <p:ph type="dt" sz="half" idx="10"/>
          </p:nvPr>
        </p:nvSpPr>
        <p:spPr/>
        <p:txBody>
          <a:bodyPr/>
          <a:lstStyle/>
          <a:p>
            <a:fld id="{4E51AFDA-D128-4B68-A211-269E2451E5DE}" type="datetimeFigureOut">
              <a:rPr lang="fr-FR" smtClean="0"/>
              <a:t>15/02/2026</a:t>
            </a:fld>
            <a:endParaRPr lang="fr-FR"/>
          </a:p>
        </p:txBody>
      </p:sp>
      <p:sp>
        <p:nvSpPr>
          <p:cNvPr id="5" name="Espace réservé du pied de page 4">
            <a:extLst>
              <a:ext uri="{FF2B5EF4-FFF2-40B4-BE49-F238E27FC236}">
                <a16:creationId xmlns:a16="http://schemas.microsoft.com/office/drawing/2014/main" id="{37709078-3A53-6606-B2E6-3BB4741E365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A92B805-A639-F55C-CC2B-178CB8A3868B}"/>
              </a:ext>
            </a:extLst>
          </p:cNvPr>
          <p:cNvSpPr>
            <a:spLocks noGrp="1"/>
          </p:cNvSpPr>
          <p:nvPr>
            <p:ph type="sldNum" sz="quarter" idx="12"/>
          </p:nvPr>
        </p:nvSpPr>
        <p:spPr/>
        <p:txBody>
          <a:bodyPr/>
          <a:lstStyle/>
          <a:p>
            <a:fld id="{FD85B578-4E75-4E1C-9BE3-D5DCC0715B13}" type="slidenum">
              <a:rPr lang="fr-FR" smtClean="0"/>
              <a:t>‹N°›</a:t>
            </a:fld>
            <a:endParaRPr lang="fr-FR"/>
          </a:p>
        </p:txBody>
      </p:sp>
    </p:spTree>
    <p:extLst>
      <p:ext uri="{BB962C8B-B14F-4D97-AF65-F5344CB8AC3E}">
        <p14:creationId xmlns:p14="http://schemas.microsoft.com/office/powerpoint/2010/main" val="1939681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41E8AB-8B3D-7D2B-454D-A3D812AFCB5E}"/>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BD706EE7-1B52-6EDA-23CD-EBDC9D983B3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6630CC76-8BA5-D53B-5774-461AC3B17228}"/>
              </a:ext>
            </a:extLst>
          </p:cNvPr>
          <p:cNvSpPr>
            <a:spLocks noGrp="1"/>
          </p:cNvSpPr>
          <p:nvPr>
            <p:ph type="dt" sz="half" idx="10"/>
          </p:nvPr>
        </p:nvSpPr>
        <p:spPr/>
        <p:txBody>
          <a:bodyPr/>
          <a:lstStyle/>
          <a:p>
            <a:fld id="{4E51AFDA-D128-4B68-A211-269E2451E5DE}" type="datetimeFigureOut">
              <a:rPr lang="fr-FR" smtClean="0"/>
              <a:t>15/02/2026</a:t>
            </a:fld>
            <a:endParaRPr lang="fr-FR"/>
          </a:p>
        </p:txBody>
      </p:sp>
      <p:sp>
        <p:nvSpPr>
          <p:cNvPr id="5" name="Espace réservé du pied de page 4">
            <a:extLst>
              <a:ext uri="{FF2B5EF4-FFF2-40B4-BE49-F238E27FC236}">
                <a16:creationId xmlns:a16="http://schemas.microsoft.com/office/drawing/2014/main" id="{8DF6B1B4-70DA-80E0-6D01-F2E288534F6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A9B155F-8FEC-FE08-D681-49F2C5AACBEC}"/>
              </a:ext>
            </a:extLst>
          </p:cNvPr>
          <p:cNvSpPr>
            <a:spLocks noGrp="1"/>
          </p:cNvSpPr>
          <p:nvPr>
            <p:ph type="sldNum" sz="quarter" idx="12"/>
          </p:nvPr>
        </p:nvSpPr>
        <p:spPr/>
        <p:txBody>
          <a:bodyPr/>
          <a:lstStyle/>
          <a:p>
            <a:fld id="{FD85B578-4E75-4E1C-9BE3-D5DCC0715B13}" type="slidenum">
              <a:rPr lang="fr-FR" smtClean="0"/>
              <a:t>‹N°›</a:t>
            </a:fld>
            <a:endParaRPr lang="fr-FR"/>
          </a:p>
        </p:txBody>
      </p:sp>
    </p:spTree>
    <p:extLst>
      <p:ext uri="{BB962C8B-B14F-4D97-AF65-F5344CB8AC3E}">
        <p14:creationId xmlns:p14="http://schemas.microsoft.com/office/powerpoint/2010/main" val="431993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451296E-B96C-D9C9-2CF2-546C13B03D1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DEA025F0-4010-871A-FE66-218C9A904A5D}"/>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464F2629-5962-80D6-CD5A-71A7AE333F61}"/>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97F91979-03FE-8AD9-0EBF-A57A38040945}"/>
              </a:ext>
            </a:extLst>
          </p:cNvPr>
          <p:cNvSpPr>
            <a:spLocks noGrp="1"/>
          </p:cNvSpPr>
          <p:nvPr>
            <p:ph type="dt" sz="half" idx="10"/>
          </p:nvPr>
        </p:nvSpPr>
        <p:spPr/>
        <p:txBody>
          <a:bodyPr/>
          <a:lstStyle/>
          <a:p>
            <a:fld id="{4E51AFDA-D128-4B68-A211-269E2451E5DE}" type="datetimeFigureOut">
              <a:rPr lang="fr-FR" smtClean="0"/>
              <a:t>15/02/2026</a:t>
            </a:fld>
            <a:endParaRPr lang="fr-FR"/>
          </a:p>
        </p:txBody>
      </p:sp>
      <p:sp>
        <p:nvSpPr>
          <p:cNvPr id="6" name="Espace réservé du pied de page 5">
            <a:extLst>
              <a:ext uri="{FF2B5EF4-FFF2-40B4-BE49-F238E27FC236}">
                <a16:creationId xmlns:a16="http://schemas.microsoft.com/office/drawing/2014/main" id="{48B9C80A-4711-E7F6-E1DF-09CC03039CA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4C0094B-8232-4889-218A-4184426ECEE8}"/>
              </a:ext>
            </a:extLst>
          </p:cNvPr>
          <p:cNvSpPr>
            <a:spLocks noGrp="1"/>
          </p:cNvSpPr>
          <p:nvPr>
            <p:ph type="sldNum" sz="quarter" idx="12"/>
          </p:nvPr>
        </p:nvSpPr>
        <p:spPr/>
        <p:txBody>
          <a:bodyPr/>
          <a:lstStyle/>
          <a:p>
            <a:fld id="{FD85B578-4E75-4E1C-9BE3-D5DCC0715B13}" type="slidenum">
              <a:rPr lang="fr-FR" smtClean="0"/>
              <a:t>‹N°›</a:t>
            </a:fld>
            <a:endParaRPr lang="fr-FR"/>
          </a:p>
        </p:txBody>
      </p:sp>
    </p:spTree>
    <p:extLst>
      <p:ext uri="{BB962C8B-B14F-4D97-AF65-F5344CB8AC3E}">
        <p14:creationId xmlns:p14="http://schemas.microsoft.com/office/powerpoint/2010/main" val="11924606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879185-61FB-F46B-A0E2-1E53FE8F8C9B}"/>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1E1E42A4-57AD-B6A7-45F6-E65565DD1E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CC1CECC0-8806-8386-0361-52FF2978D3A9}"/>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A357A7A8-EC71-9A58-7CA8-F66CE308BD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EC404EC0-E68A-E4C9-B80D-BEEF06093E71}"/>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1991D710-9103-9DB2-5B2C-59600B097112}"/>
              </a:ext>
            </a:extLst>
          </p:cNvPr>
          <p:cNvSpPr>
            <a:spLocks noGrp="1"/>
          </p:cNvSpPr>
          <p:nvPr>
            <p:ph type="dt" sz="half" idx="10"/>
          </p:nvPr>
        </p:nvSpPr>
        <p:spPr/>
        <p:txBody>
          <a:bodyPr/>
          <a:lstStyle/>
          <a:p>
            <a:fld id="{4E51AFDA-D128-4B68-A211-269E2451E5DE}" type="datetimeFigureOut">
              <a:rPr lang="fr-FR" smtClean="0"/>
              <a:t>15/02/2026</a:t>
            </a:fld>
            <a:endParaRPr lang="fr-FR"/>
          </a:p>
        </p:txBody>
      </p:sp>
      <p:sp>
        <p:nvSpPr>
          <p:cNvPr id="8" name="Espace réservé du pied de page 7">
            <a:extLst>
              <a:ext uri="{FF2B5EF4-FFF2-40B4-BE49-F238E27FC236}">
                <a16:creationId xmlns:a16="http://schemas.microsoft.com/office/drawing/2014/main" id="{345A2E21-EC6F-BB4B-30CF-051112D61FFA}"/>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E91B0247-804A-34B5-9ABD-CF6115BF4A2D}"/>
              </a:ext>
            </a:extLst>
          </p:cNvPr>
          <p:cNvSpPr>
            <a:spLocks noGrp="1"/>
          </p:cNvSpPr>
          <p:nvPr>
            <p:ph type="sldNum" sz="quarter" idx="12"/>
          </p:nvPr>
        </p:nvSpPr>
        <p:spPr/>
        <p:txBody>
          <a:bodyPr/>
          <a:lstStyle/>
          <a:p>
            <a:fld id="{FD85B578-4E75-4E1C-9BE3-D5DCC0715B13}" type="slidenum">
              <a:rPr lang="fr-FR" smtClean="0"/>
              <a:t>‹N°›</a:t>
            </a:fld>
            <a:endParaRPr lang="fr-FR"/>
          </a:p>
        </p:txBody>
      </p:sp>
    </p:spTree>
    <p:extLst>
      <p:ext uri="{BB962C8B-B14F-4D97-AF65-F5344CB8AC3E}">
        <p14:creationId xmlns:p14="http://schemas.microsoft.com/office/powerpoint/2010/main" val="4106585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D37AC3B-D109-33CB-4224-A617247A7FCB}"/>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3F6FE45-B625-B3EB-8DE6-AE665E114349}"/>
              </a:ext>
            </a:extLst>
          </p:cNvPr>
          <p:cNvSpPr>
            <a:spLocks noGrp="1"/>
          </p:cNvSpPr>
          <p:nvPr>
            <p:ph type="dt" sz="half" idx="10"/>
          </p:nvPr>
        </p:nvSpPr>
        <p:spPr/>
        <p:txBody>
          <a:bodyPr/>
          <a:lstStyle/>
          <a:p>
            <a:fld id="{4E51AFDA-D128-4B68-A211-269E2451E5DE}" type="datetimeFigureOut">
              <a:rPr lang="fr-FR" smtClean="0"/>
              <a:t>15/02/2026</a:t>
            </a:fld>
            <a:endParaRPr lang="fr-FR"/>
          </a:p>
        </p:txBody>
      </p:sp>
      <p:sp>
        <p:nvSpPr>
          <p:cNvPr id="4" name="Espace réservé du pied de page 3">
            <a:extLst>
              <a:ext uri="{FF2B5EF4-FFF2-40B4-BE49-F238E27FC236}">
                <a16:creationId xmlns:a16="http://schemas.microsoft.com/office/drawing/2014/main" id="{1F3647DC-4841-391E-4311-1CCF978C4D1E}"/>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9564912E-487F-BB3C-29BD-B868B31CFA6E}"/>
              </a:ext>
            </a:extLst>
          </p:cNvPr>
          <p:cNvSpPr>
            <a:spLocks noGrp="1"/>
          </p:cNvSpPr>
          <p:nvPr>
            <p:ph type="sldNum" sz="quarter" idx="12"/>
          </p:nvPr>
        </p:nvSpPr>
        <p:spPr/>
        <p:txBody>
          <a:bodyPr/>
          <a:lstStyle/>
          <a:p>
            <a:fld id="{FD85B578-4E75-4E1C-9BE3-D5DCC0715B13}" type="slidenum">
              <a:rPr lang="fr-FR" smtClean="0"/>
              <a:t>‹N°›</a:t>
            </a:fld>
            <a:endParaRPr lang="fr-FR"/>
          </a:p>
        </p:txBody>
      </p:sp>
    </p:spTree>
    <p:extLst>
      <p:ext uri="{BB962C8B-B14F-4D97-AF65-F5344CB8AC3E}">
        <p14:creationId xmlns:p14="http://schemas.microsoft.com/office/powerpoint/2010/main" val="46657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86A390C-6CF6-6459-A357-00F3D73CB434}"/>
              </a:ext>
            </a:extLst>
          </p:cNvPr>
          <p:cNvSpPr>
            <a:spLocks noGrp="1"/>
          </p:cNvSpPr>
          <p:nvPr>
            <p:ph type="dt" sz="half" idx="10"/>
          </p:nvPr>
        </p:nvSpPr>
        <p:spPr/>
        <p:txBody>
          <a:bodyPr/>
          <a:lstStyle/>
          <a:p>
            <a:fld id="{4E51AFDA-D128-4B68-A211-269E2451E5DE}" type="datetimeFigureOut">
              <a:rPr lang="fr-FR" smtClean="0"/>
              <a:t>15/02/2026</a:t>
            </a:fld>
            <a:endParaRPr lang="fr-FR"/>
          </a:p>
        </p:txBody>
      </p:sp>
      <p:sp>
        <p:nvSpPr>
          <p:cNvPr id="3" name="Espace réservé du pied de page 2">
            <a:extLst>
              <a:ext uri="{FF2B5EF4-FFF2-40B4-BE49-F238E27FC236}">
                <a16:creationId xmlns:a16="http://schemas.microsoft.com/office/drawing/2014/main" id="{BE966711-8F45-F5F0-78CD-892DDBA2D5F7}"/>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06C6A74F-9B43-9437-CA16-F699B01232A8}"/>
              </a:ext>
            </a:extLst>
          </p:cNvPr>
          <p:cNvSpPr>
            <a:spLocks noGrp="1"/>
          </p:cNvSpPr>
          <p:nvPr>
            <p:ph type="sldNum" sz="quarter" idx="12"/>
          </p:nvPr>
        </p:nvSpPr>
        <p:spPr/>
        <p:txBody>
          <a:bodyPr/>
          <a:lstStyle/>
          <a:p>
            <a:fld id="{FD85B578-4E75-4E1C-9BE3-D5DCC0715B13}" type="slidenum">
              <a:rPr lang="fr-FR" smtClean="0"/>
              <a:t>‹N°›</a:t>
            </a:fld>
            <a:endParaRPr lang="fr-FR"/>
          </a:p>
        </p:txBody>
      </p:sp>
    </p:spTree>
    <p:extLst>
      <p:ext uri="{BB962C8B-B14F-4D97-AF65-F5344CB8AC3E}">
        <p14:creationId xmlns:p14="http://schemas.microsoft.com/office/powerpoint/2010/main" val="40871300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13010F-0A51-7184-A92A-FB55AE059EC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EC1D7753-D33B-ECA5-15CE-371E4C21E6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C90C5936-CC3F-C564-027C-7A158FB379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BB6D2F58-1DEC-05A4-9415-5505781ED3A0}"/>
              </a:ext>
            </a:extLst>
          </p:cNvPr>
          <p:cNvSpPr>
            <a:spLocks noGrp="1"/>
          </p:cNvSpPr>
          <p:nvPr>
            <p:ph type="dt" sz="half" idx="10"/>
          </p:nvPr>
        </p:nvSpPr>
        <p:spPr/>
        <p:txBody>
          <a:bodyPr/>
          <a:lstStyle/>
          <a:p>
            <a:fld id="{4E51AFDA-D128-4B68-A211-269E2451E5DE}" type="datetimeFigureOut">
              <a:rPr lang="fr-FR" smtClean="0"/>
              <a:t>15/02/2026</a:t>
            </a:fld>
            <a:endParaRPr lang="fr-FR"/>
          </a:p>
        </p:txBody>
      </p:sp>
      <p:sp>
        <p:nvSpPr>
          <p:cNvPr id="6" name="Espace réservé du pied de page 5">
            <a:extLst>
              <a:ext uri="{FF2B5EF4-FFF2-40B4-BE49-F238E27FC236}">
                <a16:creationId xmlns:a16="http://schemas.microsoft.com/office/drawing/2014/main" id="{5B1FDC0B-7A72-6AF2-D8F2-FD133D818DF7}"/>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A229BFA-2217-13B1-36D0-B45735FE3D09}"/>
              </a:ext>
            </a:extLst>
          </p:cNvPr>
          <p:cNvSpPr>
            <a:spLocks noGrp="1"/>
          </p:cNvSpPr>
          <p:nvPr>
            <p:ph type="sldNum" sz="quarter" idx="12"/>
          </p:nvPr>
        </p:nvSpPr>
        <p:spPr/>
        <p:txBody>
          <a:bodyPr/>
          <a:lstStyle/>
          <a:p>
            <a:fld id="{FD85B578-4E75-4E1C-9BE3-D5DCC0715B13}" type="slidenum">
              <a:rPr lang="fr-FR" smtClean="0"/>
              <a:t>‹N°›</a:t>
            </a:fld>
            <a:endParaRPr lang="fr-FR"/>
          </a:p>
        </p:txBody>
      </p:sp>
    </p:spTree>
    <p:extLst>
      <p:ext uri="{BB962C8B-B14F-4D97-AF65-F5344CB8AC3E}">
        <p14:creationId xmlns:p14="http://schemas.microsoft.com/office/powerpoint/2010/main" val="24789263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D44F5C3-4D43-F330-AB2E-93F7856CD0E0}"/>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5D9E71D8-C483-7218-914B-8C438B7BD3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EC0105DA-F2A5-AE7D-D2C7-8E99794548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6B4FC808-FEB6-7DC6-E162-509C39E16669}"/>
              </a:ext>
            </a:extLst>
          </p:cNvPr>
          <p:cNvSpPr>
            <a:spLocks noGrp="1"/>
          </p:cNvSpPr>
          <p:nvPr>
            <p:ph type="dt" sz="half" idx="10"/>
          </p:nvPr>
        </p:nvSpPr>
        <p:spPr/>
        <p:txBody>
          <a:bodyPr/>
          <a:lstStyle/>
          <a:p>
            <a:fld id="{4E51AFDA-D128-4B68-A211-269E2451E5DE}" type="datetimeFigureOut">
              <a:rPr lang="fr-FR" smtClean="0"/>
              <a:t>15/02/2026</a:t>
            </a:fld>
            <a:endParaRPr lang="fr-FR"/>
          </a:p>
        </p:txBody>
      </p:sp>
      <p:sp>
        <p:nvSpPr>
          <p:cNvPr id="6" name="Espace réservé du pied de page 5">
            <a:extLst>
              <a:ext uri="{FF2B5EF4-FFF2-40B4-BE49-F238E27FC236}">
                <a16:creationId xmlns:a16="http://schemas.microsoft.com/office/drawing/2014/main" id="{07C49D9E-6F71-6FFF-CC00-D84AF993219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86CB61D-9EC9-D900-993A-D90CFEFB4267}"/>
              </a:ext>
            </a:extLst>
          </p:cNvPr>
          <p:cNvSpPr>
            <a:spLocks noGrp="1"/>
          </p:cNvSpPr>
          <p:nvPr>
            <p:ph type="sldNum" sz="quarter" idx="12"/>
          </p:nvPr>
        </p:nvSpPr>
        <p:spPr/>
        <p:txBody>
          <a:bodyPr/>
          <a:lstStyle/>
          <a:p>
            <a:fld id="{FD85B578-4E75-4E1C-9BE3-D5DCC0715B13}" type="slidenum">
              <a:rPr lang="fr-FR" smtClean="0"/>
              <a:t>‹N°›</a:t>
            </a:fld>
            <a:endParaRPr lang="fr-FR"/>
          </a:p>
        </p:txBody>
      </p:sp>
    </p:spTree>
    <p:extLst>
      <p:ext uri="{BB962C8B-B14F-4D97-AF65-F5344CB8AC3E}">
        <p14:creationId xmlns:p14="http://schemas.microsoft.com/office/powerpoint/2010/main" val="154036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54F3AE0-0A4F-C73C-7312-C0332CB9B76E}"/>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E93595E3-1731-DBA8-5D73-6FBC0173DEFF}"/>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6B2046E-A47B-EEA8-B9CA-90559DF7BCDB}"/>
              </a:ext>
            </a:extLst>
          </p:cNvPr>
          <p:cNvSpPr>
            <a:spLocks noGrp="1"/>
          </p:cNvSpPr>
          <p:nvPr>
            <p:ph type="dt" sz="half" idx="10"/>
          </p:nvPr>
        </p:nvSpPr>
        <p:spPr/>
        <p:txBody>
          <a:bodyPr/>
          <a:lstStyle/>
          <a:p>
            <a:fld id="{4E51AFDA-D128-4B68-A211-269E2451E5DE}" type="datetimeFigureOut">
              <a:rPr lang="fr-FR" smtClean="0"/>
              <a:t>15/02/2026</a:t>
            </a:fld>
            <a:endParaRPr lang="fr-FR"/>
          </a:p>
        </p:txBody>
      </p:sp>
      <p:sp>
        <p:nvSpPr>
          <p:cNvPr id="5" name="Espace réservé du pied de page 4">
            <a:extLst>
              <a:ext uri="{FF2B5EF4-FFF2-40B4-BE49-F238E27FC236}">
                <a16:creationId xmlns:a16="http://schemas.microsoft.com/office/drawing/2014/main" id="{BEA06073-8B5C-0924-EB9B-46644CC4162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A3EE113-1D48-2091-06FD-0F833E5744B0}"/>
              </a:ext>
            </a:extLst>
          </p:cNvPr>
          <p:cNvSpPr>
            <a:spLocks noGrp="1"/>
          </p:cNvSpPr>
          <p:nvPr>
            <p:ph type="sldNum" sz="quarter" idx="12"/>
          </p:nvPr>
        </p:nvSpPr>
        <p:spPr/>
        <p:txBody>
          <a:bodyPr/>
          <a:lstStyle/>
          <a:p>
            <a:fld id="{FD85B578-4E75-4E1C-9BE3-D5DCC0715B13}" type="slidenum">
              <a:rPr lang="fr-FR" smtClean="0"/>
              <a:t>‹N°›</a:t>
            </a:fld>
            <a:endParaRPr lang="fr-FR"/>
          </a:p>
        </p:txBody>
      </p:sp>
    </p:spTree>
    <p:extLst>
      <p:ext uri="{BB962C8B-B14F-4D97-AF65-F5344CB8AC3E}">
        <p14:creationId xmlns:p14="http://schemas.microsoft.com/office/powerpoint/2010/main" val="6124134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5F4B14AC-D335-199A-8275-8FEAD6078151}"/>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8C344906-2881-CA33-2AED-6CE33B906AC4}"/>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1BED21D-D702-70A0-6DFF-537C0E9E302B}"/>
              </a:ext>
            </a:extLst>
          </p:cNvPr>
          <p:cNvSpPr>
            <a:spLocks noGrp="1"/>
          </p:cNvSpPr>
          <p:nvPr>
            <p:ph type="dt" sz="half" idx="10"/>
          </p:nvPr>
        </p:nvSpPr>
        <p:spPr/>
        <p:txBody>
          <a:bodyPr/>
          <a:lstStyle/>
          <a:p>
            <a:fld id="{4E51AFDA-D128-4B68-A211-269E2451E5DE}" type="datetimeFigureOut">
              <a:rPr lang="fr-FR" smtClean="0"/>
              <a:t>15/02/2026</a:t>
            </a:fld>
            <a:endParaRPr lang="fr-FR"/>
          </a:p>
        </p:txBody>
      </p:sp>
      <p:sp>
        <p:nvSpPr>
          <p:cNvPr id="5" name="Espace réservé du pied de page 4">
            <a:extLst>
              <a:ext uri="{FF2B5EF4-FFF2-40B4-BE49-F238E27FC236}">
                <a16:creationId xmlns:a16="http://schemas.microsoft.com/office/drawing/2014/main" id="{73B22F45-96A6-62D2-C024-4FBD1C07F01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0799B19-4092-7649-21ED-884512586C51}"/>
              </a:ext>
            </a:extLst>
          </p:cNvPr>
          <p:cNvSpPr>
            <a:spLocks noGrp="1"/>
          </p:cNvSpPr>
          <p:nvPr>
            <p:ph type="sldNum" sz="quarter" idx="12"/>
          </p:nvPr>
        </p:nvSpPr>
        <p:spPr/>
        <p:txBody>
          <a:bodyPr/>
          <a:lstStyle/>
          <a:p>
            <a:fld id="{FD85B578-4E75-4E1C-9BE3-D5DCC0715B13}" type="slidenum">
              <a:rPr lang="fr-FR" smtClean="0"/>
              <a:t>‹N°›</a:t>
            </a:fld>
            <a:endParaRPr lang="fr-FR"/>
          </a:p>
        </p:txBody>
      </p:sp>
    </p:spTree>
    <p:extLst>
      <p:ext uri="{BB962C8B-B14F-4D97-AF65-F5344CB8AC3E}">
        <p14:creationId xmlns:p14="http://schemas.microsoft.com/office/powerpoint/2010/main" val="34872383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F1ECCE51-4F19-67BD-9ACF-7D67A65B3A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D44C1EA9-4ED2-C33A-D018-C0313920CC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B54EE32-0D00-5F0F-B543-C3A2D5CAAB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E51AFDA-D128-4B68-A211-269E2451E5DE}" type="datetimeFigureOut">
              <a:rPr lang="fr-FR" smtClean="0"/>
              <a:t>15/02/2026</a:t>
            </a:fld>
            <a:endParaRPr lang="fr-FR"/>
          </a:p>
        </p:txBody>
      </p:sp>
      <p:sp>
        <p:nvSpPr>
          <p:cNvPr id="5" name="Espace réservé du pied de page 4">
            <a:extLst>
              <a:ext uri="{FF2B5EF4-FFF2-40B4-BE49-F238E27FC236}">
                <a16:creationId xmlns:a16="http://schemas.microsoft.com/office/drawing/2014/main" id="{6304F246-AFA0-B777-83BA-CAECCDA95B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C3044D50-2635-7742-456B-1A644C31FA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D85B578-4E75-4E1C-9BE3-D5DCC0715B13}" type="slidenum">
              <a:rPr lang="fr-FR" smtClean="0"/>
              <a:t>‹N°›</a:t>
            </a:fld>
            <a:endParaRPr lang="fr-FR"/>
          </a:p>
        </p:txBody>
      </p:sp>
    </p:spTree>
    <p:extLst>
      <p:ext uri="{BB962C8B-B14F-4D97-AF65-F5344CB8AC3E}">
        <p14:creationId xmlns:p14="http://schemas.microsoft.com/office/powerpoint/2010/main" val="9327042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6C991BE-FE4B-ED26-E133-B4042883214D}"/>
              </a:ext>
            </a:extLst>
          </p:cNvPr>
          <p:cNvSpPr>
            <a:spLocks noGrp="1"/>
          </p:cNvSpPr>
          <p:nvPr>
            <p:ph type="ctrTitle"/>
          </p:nvPr>
        </p:nvSpPr>
        <p:spPr/>
        <p:txBody>
          <a:bodyPr/>
          <a:lstStyle/>
          <a:p>
            <a:r>
              <a:rPr lang="fr-FR" noProof="0" dirty="0"/>
              <a:t>MEC8211 – Devoir 1 </a:t>
            </a:r>
          </a:p>
        </p:txBody>
      </p:sp>
      <p:sp>
        <p:nvSpPr>
          <p:cNvPr id="3" name="Sous-titre 2">
            <a:extLst>
              <a:ext uri="{FF2B5EF4-FFF2-40B4-BE49-F238E27FC236}">
                <a16:creationId xmlns:a16="http://schemas.microsoft.com/office/drawing/2014/main" id="{C0AF6114-4134-51BE-88E4-DAEE360A6665}"/>
              </a:ext>
            </a:extLst>
          </p:cNvPr>
          <p:cNvSpPr>
            <a:spLocks noGrp="1"/>
          </p:cNvSpPr>
          <p:nvPr>
            <p:ph type="subTitle" idx="1"/>
          </p:nvPr>
        </p:nvSpPr>
        <p:spPr>
          <a:xfrm>
            <a:off x="1524000" y="4660817"/>
            <a:ext cx="9144000" cy="1655762"/>
          </a:xfrm>
        </p:spPr>
        <p:txBody>
          <a:bodyPr/>
          <a:lstStyle/>
          <a:p>
            <a:r>
              <a:rPr lang="fr-FR" noProof="0" dirty="0"/>
              <a:t>Antoine Payette-Toupin (2090788)</a:t>
            </a:r>
          </a:p>
          <a:p>
            <a:r>
              <a:rPr lang="fr-FR" noProof="0" dirty="0"/>
              <a:t>Charlotte Sabrié (2485495)</a:t>
            </a:r>
          </a:p>
          <a:p>
            <a:r>
              <a:rPr lang="fr-FR" noProof="0" dirty="0"/>
              <a:t>Loïc Vignaud (2485146)</a:t>
            </a:r>
          </a:p>
        </p:txBody>
      </p:sp>
    </p:spTree>
    <p:extLst>
      <p:ext uri="{BB962C8B-B14F-4D97-AF65-F5344CB8AC3E}">
        <p14:creationId xmlns:p14="http://schemas.microsoft.com/office/powerpoint/2010/main" val="19183727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A273917-48AA-BB75-2DCF-C2F32465ECFA}"/>
              </a:ext>
            </a:extLst>
          </p:cNvPr>
          <p:cNvSpPr>
            <a:spLocks noGrp="1"/>
          </p:cNvSpPr>
          <p:nvPr>
            <p:ph type="title"/>
          </p:nvPr>
        </p:nvSpPr>
        <p:spPr>
          <a:xfrm>
            <a:off x="838199" y="0"/>
            <a:ext cx="10515600" cy="1325563"/>
          </a:xfrm>
        </p:spPr>
        <p:txBody>
          <a:bodyPr/>
          <a:lstStyle/>
          <a:p>
            <a:r>
              <a:rPr lang="fr-FR" noProof="0" dirty="0"/>
              <a:t>A. Etablir le problème stationnaire </a:t>
            </a:r>
          </a:p>
        </p:txBody>
      </p:sp>
      <p:sp>
        <p:nvSpPr>
          <p:cNvPr id="3" name="Espace réservé du contenu 2">
            <a:extLst>
              <a:ext uri="{FF2B5EF4-FFF2-40B4-BE49-F238E27FC236}">
                <a16:creationId xmlns:a16="http://schemas.microsoft.com/office/drawing/2014/main" id="{4AE4B52A-E1C1-39D0-F09E-BC090C673D02}"/>
              </a:ext>
            </a:extLst>
          </p:cNvPr>
          <p:cNvSpPr>
            <a:spLocks noGrp="1"/>
          </p:cNvSpPr>
          <p:nvPr>
            <p:ph idx="1"/>
          </p:nvPr>
        </p:nvSpPr>
        <p:spPr>
          <a:xfrm>
            <a:off x="170445" y="1249853"/>
            <a:ext cx="10888579" cy="4781300"/>
          </a:xfrm>
        </p:spPr>
        <p:txBody>
          <a:bodyPr/>
          <a:lstStyle/>
          <a:p>
            <a:r>
              <a:rPr lang="fr-FR" noProof="0" dirty="0"/>
              <a:t>Problème stationnaire :</a:t>
            </a:r>
          </a:p>
          <a:p>
            <a:r>
              <a:rPr lang="fr-FR" noProof="0" dirty="0"/>
              <a:t>Problème </a:t>
            </a:r>
            <a:r>
              <a:rPr lang="fr-FR" b="1" noProof="0" dirty="0"/>
              <a:t>elliptique </a:t>
            </a:r>
            <a:endParaRPr lang="fr-FR" noProof="0" dirty="0"/>
          </a:p>
          <a:p>
            <a:r>
              <a:rPr lang="fr-FR" noProof="0" dirty="0"/>
              <a:t>Coordonnées cylindriques (symétrie autour de l’axe du pilier) </a:t>
            </a:r>
          </a:p>
          <a:p>
            <a:r>
              <a:rPr lang="fr-FR" noProof="0" dirty="0"/>
              <a:t> Réduction de la dimensionalité du problème : </a:t>
            </a:r>
          </a:p>
          <a:p>
            <a:pPr lvl="1"/>
            <a:r>
              <a:rPr lang="fr-FR" noProof="0" dirty="0"/>
              <a:t>Invariance par translation le long de l’axe du pilier (considéré infini)</a:t>
            </a:r>
          </a:p>
          <a:p>
            <a:pPr lvl="1"/>
            <a:r>
              <a:rPr lang="fr-FR" noProof="0" dirty="0"/>
              <a:t>Invariance par rotation autour de l’axe du pilier</a:t>
            </a:r>
          </a:p>
          <a:p>
            <a:pPr lvl="1"/>
            <a:r>
              <a:rPr lang="fr-FR" noProof="0" dirty="0">
                <a:sym typeface="Wingdings" panose="05000000000000000000" pitchFamily="2" charset="2"/>
              </a:rPr>
              <a:t> La </a:t>
            </a:r>
            <a:r>
              <a:rPr lang="fr-FR" b="1" noProof="0" dirty="0">
                <a:sym typeface="Wingdings" panose="05000000000000000000" pitchFamily="2" charset="2"/>
              </a:rPr>
              <a:t>concentration ne dépend que de r</a:t>
            </a:r>
            <a:r>
              <a:rPr lang="fr-FR" noProof="0" dirty="0">
                <a:sym typeface="Wingdings" panose="05000000000000000000" pitchFamily="2" charset="2"/>
              </a:rPr>
              <a:t>,</a:t>
            </a:r>
          </a:p>
          <a:p>
            <a:pPr marL="457200" lvl="1" indent="0">
              <a:buNone/>
            </a:pPr>
            <a:r>
              <a:rPr lang="fr-FR" noProof="0" dirty="0">
                <a:sym typeface="Wingdings" panose="05000000000000000000" pitchFamily="2" charset="2"/>
              </a:rPr>
              <a:t>     la distance au centre du pilier. -&gt; 1D</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fr-FR" noProof="0" dirty="0">
                <a:solidFill>
                  <a:prstClr val="black"/>
                </a:solidFill>
                <a:latin typeface="Aptos" panose="02110004020202020204"/>
              </a:rPr>
              <a:t>Le système est discrétisé à l’aide de cinq nœuds, </a:t>
            </a:r>
          </a:p>
          <a:p>
            <a:pPr marL="0" marR="0" lvl="0" indent="0" algn="l" defTabSz="914400" rtl="0" eaLnBrk="1" fontAlgn="auto" latinLnBrk="0" hangingPunct="1">
              <a:lnSpc>
                <a:spcPct val="90000"/>
              </a:lnSpc>
              <a:spcBef>
                <a:spcPts val="1000"/>
              </a:spcBef>
              <a:spcAft>
                <a:spcPts val="0"/>
              </a:spcAft>
              <a:buClrTx/>
              <a:buSzTx/>
              <a:buNone/>
              <a:tabLst/>
              <a:defRPr/>
            </a:pPr>
            <a:r>
              <a:rPr lang="fr-FR" noProof="0" dirty="0">
                <a:solidFill>
                  <a:prstClr val="black"/>
                </a:solidFill>
                <a:latin typeface="Aptos" panose="02110004020202020204"/>
              </a:rPr>
              <a:t>   </a:t>
            </a:r>
            <a:r>
              <a:rPr kumimoji="0" lang="fr-FR" sz="2800" b="0" i="0" u="none" strike="noStrike" kern="1200" cap="none" spc="0" normalizeH="0" baseline="0" noProof="0" dirty="0">
                <a:ln>
                  <a:noFill/>
                </a:ln>
                <a:solidFill>
                  <a:prstClr val="black"/>
                </a:solidFill>
                <a:effectLst/>
                <a:uLnTx/>
                <a:uFillTx/>
                <a:latin typeface="Aptos" panose="02110004020202020204"/>
                <a:ea typeface="+mn-ea"/>
                <a:cs typeface="+mn-cs"/>
              </a:rPr>
              <a:t>disposés tels que </a:t>
            </a:r>
            <a:r>
              <a:rPr kumimoji="0" lang="fr-FR" sz="2800" b="0" i="0" u="none" strike="noStrike" kern="1200" cap="none" spc="0" normalizeH="0" baseline="0" noProof="0" dirty="0" err="1">
                <a:ln>
                  <a:noFill/>
                </a:ln>
                <a:solidFill>
                  <a:prstClr val="black"/>
                </a:solidFill>
                <a:effectLst/>
                <a:uLnTx/>
                <a:uFillTx/>
                <a:latin typeface="Aptos" panose="02110004020202020204"/>
                <a:ea typeface="+mn-ea"/>
                <a:cs typeface="+mn-cs"/>
              </a:rPr>
              <a:t>Δr</a:t>
            </a:r>
            <a:r>
              <a:rPr kumimoji="0" lang="fr-FR" sz="2800" b="0" i="0" u="none" strike="noStrike" kern="1200" cap="none" spc="0" normalizeH="0" baseline="0" noProof="0" dirty="0">
                <a:ln>
                  <a:noFill/>
                </a:ln>
                <a:solidFill>
                  <a:prstClr val="black"/>
                </a:solidFill>
                <a:effectLst/>
                <a:uLnTx/>
                <a:uFillTx/>
                <a:latin typeface="Aptos" panose="02110004020202020204"/>
                <a:ea typeface="+mn-ea"/>
                <a:cs typeface="+mn-cs"/>
              </a:rPr>
              <a:t> = R/5 = 0,1m</a:t>
            </a:r>
          </a:p>
          <a:p>
            <a:pPr marL="457200" lvl="1" indent="0">
              <a:buNone/>
            </a:pPr>
            <a:endParaRPr lang="fr-FR" noProof="0" dirty="0">
              <a:sym typeface="Wingdings" panose="05000000000000000000" pitchFamily="2" charset="2"/>
            </a:endParaRPr>
          </a:p>
        </p:txBody>
      </p:sp>
      <p:pic>
        <p:nvPicPr>
          <p:cNvPr id="5" name="Image 4" descr="Une image contenant Police, blanc, typographie, calligraphie&#10;&#10;Le contenu généré par l’IA peut être incorrect.">
            <a:extLst>
              <a:ext uri="{FF2B5EF4-FFF2-40B4-BE49-F238E27FC236}">
                <a16:creationId xmlns:a16="http://schemas.microsoft.com/office/drawing/2014/main" id="{27D56F01-7022-CBE0-6E09-7F23518C5BEC}"/>
              </a:ext>
            </a:extLst>
          </p:cNvPr>
          <p:cNvPicPr>
            <a:picLocks noChangeAspect="1"/>
          </p:cNvPicPr>
          <p:nvPr/>
        </p:nvPicPr>
        <p:blipFill>
          <a:blip r:embed="rId2"/>
          <a:stretch>
            <a:fillRect/>
          </a:stretch>
        </p:blipFill>
        <p:spPr>
          <a:xfrm>
            <a:off x="4113682" y="1193659"/>
            <a:ext cx="2585010" cy="574446"/>
          </a:xfrm>
          <a:prstGeom prst="rect">
            <a:avLst/>
          </a:prstGeom>
        </p:spPr>
      </p:pic>
      <p:pic>
        <p:nvPicPr>
          <p:cNvPr id="7" name="Image 6" descr="Une image contenant cercle, texte, capture d’écran, diagramme&#10;&#10;Le contenu généré par l’IA peut être incorrect.">
            <a:extLst>
              <a:ext uri="{FF2B5EF4-FFF2-40B4-BE49-F238E27FC236}">
                <a16:creationId xmlns:a16="http://schemas.microsoft.com/office/drawing/2014/main" id="{E00351DC-A5B5-77A4-AA32-A3D8A8428EAB}"/>
              </a:ext>
            </a:extLst>
          </p:cNvPr>
          <p:cNvPicPr>
            <a:picLocks noChangeAspect="1"/>
          </p:cNvPicPr>
          <p:nvPr/>
        </p:nvPicPr>
        <p:blipFill>
          <a:blip r:embed="rId3"/>
          <a:stretch>
            <a:fillRect/>
          </a:stretch>
        </p:blipFill>
        <p:spPr>
          <a:xfrm>
            <a:off x="8683319" y="3707905"/>
            <a:ext cx="3139712" cy="2636748"/>
          </a:xfrm>
          <a:prstGeom prst="rect">
            <a:avLst/>
          </a:prstGeom>
        </p:spPr>
      </p:pic>
    </p:spTree>
    <p:extLst>
      <p:ext uri="{BB962C8B-B14F-4D97-AF65-F5344CB8AC3E}">
        <p14:creationId xmlns:p14="http://schemas.microsoft.com/office/powerpoint/2010/main" val="1858887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51ECC886-3C4C-03F7-F7FE-9717E36846CC}"/>
                  </a:ext>
                </a:extLst>
              </p:cNvPr>
              <p:cNvSpPr>
                <a:spLocks noGrp="1"/>
              </p:cNvSpPr>
              <p:nvPr>
                <p:ph idx="1"/>
              </p:nvPr>
            </p:nvSpPr>
            <p:spPr/>
            <p:txBody>
              <a:bodyPr/>
              <a:lstStyle/>
              <a:p>
                <a:r>
                  <a:rPr lang="fr-FR" noProof="0" dirty="0"/>
                  <a:t>Conditions frontières : </a:t>
                </a:r>
              </a:p>
              <a:p>
                <a:pPr marL="0" indent="0">
                  <a:buNone/>
                </a:pPr>
                <a:r>
                  <a:rPr lang="fr-FR" noProof="0" dirty="0"/>
                  <a:t>	Au nœud 5, par continuité, on a :</a:t>
                </a:r>
              </a:p>
              <a:p>
                <a:pPr marL="0" indent="0">
                  <a:buNone/>
                </a:pPr>
                <a:r>
                  <a:rPr lang="fr-FR" noProof="0" dirty="0"/>
                  <a:t>	(conditions de Dirichlet)</a:t>
                </a:r>
              </a:p>
              <a:p>
                <a:pPr marL="0" indent="0">
                  <a:buNone/>
                </a:pPr>
                <a:r>
                  <a:rPr lang="fr-FR" noProof="0" dirty="0"/>
                  <a:t>	Au </a:t>
                </a:r>
                <a:r>
                  <a:rPr lang="fr-FR" noProof="0" dirty="0" err="1"/>
                  <a:t>noeud</a:t>
                </a:r>
                <a:r>
                  <a:rPr lang="fr-FR" noProof="0" dirty="0"/>
                  <a:t> 1, par symétrie, on a : </a:t>
                </a:r>
                <a14:m>
                  <m:oMath xmlns:m="http://schemas.openxmlformats.org/officeDocument/2006/math">
                    <m:f>
                      <m:fPr>
                        <m:ctrlPr>
                          <a:rPr lang="fr-FR" b="0" i="1" noProof="0" smtClean="0">
                            <a:latin typeface="Cambria Math" panose="02040503050406030204" pitchFamily="18" charset="0"/>
                          </a:rPr>
                        </m:ctrlPr>
                      </m:fPr>
                      <m:num>
                        <m:r>
                          <a:rPr lang="fr-FR" b="0" i="1" noProof="0" smtClean="0">
                            <a:latin typeface="Cambria Math" panose="02040503050406030204" pitchFamily="18" charset="0"/>
                          </a:rPr>
                          <m:t>𝑑</m:t>
                        </m:r>
                        <m:sSub>
                          <m:sSubPr>
                            <m:ctrlPr>
                              <a:rPr lang="fr-FR" b="0" i="1" noProof="0" smtClean="0">
                                <a:latin typeface="Cambria Math" panose="02040503050406030204" pitchFamily="18" charset="0"/>
                              </a:rPr>
                            </m:ctrlPr>
                          </m:sSubPr>
                          <m:e>
                            <m:r>
                              <a:rPr lang="fr-FR" b="0" i="1" noProof="0" smtClean="0">
                                <a:latin typeface="Cambria Math" panose="02040503050406030204" pitchFamily="18" charset="0"/>
                              </a:rPr>
                              <m:t>𝐶</m:t>
                            </m:r>
                          </m:e>
                          <m:sub>
                            <m:r>
                              <a:rPr lang="fr-FR" b="0" i="1" noProof="0" smtClean="0">
                                <a:latin typeface="Cambria Math" panose="02040503050406030204" pitchFamily="18" charset="0"/>
                              </a:rPr>
                              <m:t>1</m:t>
                            </m:r>
                          </m:sub>
                        </m:sSub>
                      </m:num>
                      <m:den>
                        <m:r>
                          <a:rPr lang="fr-FR" b="0" i="1" noProof="0" smtClean="0">
                            <a:latin typeface="Cambria Math" panose="02040503050406030204" pitchFamily="18" charset="0"/>
                          </a:rPr>
                          <m:t>𝑑𝑟</m:t>
                        </m:r>
                      </m:den>
                    </m:f>
                    <m:r>
                      <a:rPr lang="fr-FR" b="0" i="1" noProof="0" smtClean="0">
                        <a:latin typeface="Cambria Math" panose="02040503050406030204" pitchFamily="18" charset="0"/>
                      </a:rPr>
                      <m:t>=0</m:t>
                    </m:r>
                  </m:oMath>
                </a14:m>
                <a:br>
                  <a:rPr lang="fr-FR" noProof="0" dirty="0"/>
                </a:br>
                <a:r>
                  <a:rPr lang="fr-FR" noProof="0" dirty="0"/>
                  <a:t>	(condition de Neumann nulle)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fr-FR" sz="2800" b="0" i="0" u="none" strike="noStrike" kern="1200" cap="none" spc="0" normalizeH="0" baseline="0" noProof="0" dirty="0">
                    <a:ln>
                      <a:noFill/>
                    </a:ln>
                    <a:solidFill>
                      <a:prstClr val="black"/>
                    </a:solidFill>
                    <a:effectLst/>
                    <a:uLnTx/>
                    <a:uFillTx/>
                    <a:latin typeface="Aptos" panose="02110004020202020204"/>
                    <a:ea typeface="+mn-ea"/>
                    <a:cs typeface="+mn-cs"/>
                  </a:rPr>
                  <a:t>Conditions initiales : sans objet puisque le problème est stationnaire </a:t>
                </a:r>
              </a:p>
              <a:p>
                <a:pPr marL="0" indent="0">
                  <a:buNone/>
                </a:pPr>
                <a:endParaRPr lang="fr-FR" noProof="0" dirty="0"/>
              </a:p>
              <a:p>
                <a:pPr marL="0" indent="0">
                  <a:buNone/>
                </a:pPr>
                <a:endParaRPr lang="fr-FR" noProof="0" dirty="0"/>
              </a:p>
            </p:txBody>
          </p:sp>
        </mc:Choice>
        <mc:Fallback xmlns="">
          <p:sp>
            <p:nvSpPr>
              <p:cNvPr id="3" name="Espace réservé du contenu 2">
                <a:extLst>
                  <a:ext uri="{FF2B5EF4-FFF2-40B4-BE49-F238E27FC236}">
                    <a16:creationId xmlns:a16="http://schemas.microsoft.com/office/drawing/2014/main" id="{51ECC886-3C4C-03F7-F7FE-9717E36846CC}"/>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fr-FR">
                    <a:noFill/>
                  </a:rPr>
                  <a:t> </a:t>
                </a:r>
              </a:p>
            </p:txBody>
          </p:sp>
        </mc:Fallback>
      </mc:AlternateContent>
      <p:sp>
        <p:nvSpPr>
          <p:cNvPr id="4" name="Titre 1">
            <a:extLst>
              <a:ext uri="{FF2B5EF4-FFF2-40B4-BE49-F238E27FC236}">
                <a16:creationId xmlns:a16="http://schemas.microsoft.com/office/drawing/2014/main" id="{41994DCE-0655-49EB-76A8-F20E9240F566}"/>
              </a:ext>
            </a:extLst>
          </p:cNvPr>
          <p:cNvSpPr>
            <a:spLocks noGrp="1"/>
          </p:cNvSpPr>
          <p:nvPr>
            <p:ph type="title"/>
          </p:nvPr>
        </p:nvSpPr>
        <p:spPr>
          <a:xfrm>
            <a:off x="838199" y="0"/>
            <a:ext cx="10515600" cy="1325563"/>
          </a:xfrm>
        </p:spPr>
        <p:txBody>
          <a:bodyPr/>
          <a:lstStyle/>
          <a:p>
            <a:r>
              <a:rPr lang="fr-FR" noProof="0" dirty="0"/>
              <a:t>A. Etablir le problème stationnaire </a:t>
            </a:r>
          </a:p>
        </p:txBody>
      </p:sp>
      <p:pic>
        <p:nvPicPr>
          <p:cNvPr id="6" name="Image 5" descr="Une image contenant Police, calligraphie, blanc, texte&#10;&#10;Le contenu généré par l’IA peut être incorrect.">
            <a:extLst>
              <a:ext uri="{FF2B5EF4-FFF2-40B4-BE49-F238E27FC236}">
                <a16:creationId xmlns:a16="http://schemas.microsoft.com/office/drawing/2014/main" id="{8DB6BF51-8879-AB0F-E39E-7E855B423D6B}"/>
              </a:ext>
            </a:extLst>
          </p:cNvPr>
          <p:cNvPicPr>
            <a:picLocks noChangeAspect="1"/>
          </p:cNvPicPr>
          <p:nvPr/>
        </p:nvPicPr>
        <p:blipFill>
          <a:blip r:embed="rId3"/>
          <a:stretch>
            <a:fillRect/>
          </a:stretch>
        </p:blipFill>
        <p:spPr>
          <a:xfrm>
            <a:off x="6876880" y="2218995"/>
            <a:ext cx="3924640" cy="655377"/>
          </a:xfrm>
          <a:prstGeom prst="rect">
            <a:avLst/>
          </a:prstGeom>
        </p:spPr>
      </p:pic>
    </p:spTree>
    <p:extLst>
      <p:ext uri="{BB962C8B-B14F-4D97-AF65-F5344CB8AC3E}">
        <p14:creationId xmlns:p14="http://schemas.microsoft.com/office/powerpoint/2010/main" val="35007328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EEAE4511-35CA-310B-04A1-89AAE17EF01D}"/>
                  </a:ext>
                </a:extLst>
              </p:cNvPr>
              <p:cNvSpPr>
                <a:spLocks noGrp="1"/>
              </p:cNvSpPr>
              <p:nvPr>
                <p:ph idx="1"/>
              </p:nvPr>
            </p:nvSpPr>
            <p:spPr>
              <a:xfrm>
                <a:off x="838199" y="1465006"/>
                <a:ext cx="10645878" cy="4807975"/>
              </a:xfrm>
            </p:spPr>
            <p:txBody>
              <a:bodyPr bIns="91440">
                <a:normAutofit/>
              </a:bodyPr>
              <a:lstStyle/>
              <a:p>
                <a14:m>
                  <m:oMath xmlns:m="http://schemas.openxmlformats.org/officeDocument/2006/math">
                    <m:f>
                      <m:fPr>
                        <m:ctrlPr>
                          <a:rPr lang="fr-FR" b="0" i="1" noProof="0" smtClean="0">
                            <a:latin typeface="Cambria Math" panose="02040503050406030204" pitchFamily="18" charset="0"/>
                          </a:rPr>
                        </m:ctrlPr>
                      </m:fPr>
                      <m:num>
                        <m:r>
                          <a:rPr lang="fr-FR" b="0" i="1" noProof="0" smtClean="0">
                            <a:latin typeface="Cambria Math" panose="02040503050406030204" pitchFamily="18" charset="0"/>
                          </a:rPr>
                          <m:t>𝑆</m:t>
                        </m:r>
                      </m:num>
                      <m:den>
                        <m:sSub>
                          <m:sSubPr>
                            <m:ctrlPr>
                              <a:rPr lang="fr-FR" b="0" i="1" noProof="0" smtClean="0">
                                <a:latin typeface="Cambria Math" panose="02040503050406030204" pitchFamily="18" charset="0"/>
                              </a:rPr>
                            </m:ctrlPr>
                          </m:sSubPr>
                          <m:e>
                            <m:r>
                              <a:rPr lang="fr-FR" b="0" i="1" noProof="0" smtClean="0">
                                <a:latin typeface="Cambria Math" panose="02040503050406030204" pitchFamily="18" charset="0"/>
                              </a:rPr>
                              <m:t>𝐷</m:t>
                            </m:r>
                          </m:e>
                          <m:sub>
                            <m:r>
                              <a:rPr lang="fr-FR" b="0" i="1" noProof="0" smtClean="0">
                                <a:latin typeface="Cambria Math" panose="02040503050406030204" pitchFamily="18" charset="0"/>
                              </a:rPr>
                              <m:t>𝑒𝑓𝑓</m:t>
                            </m:r>
                          </m:sub>
                        </m:sSub>
                        <m:r>
                          <a:rPr lang="fr-FR" b="0" i="1" noProof="0" smtClean="0">
                            <a:latin typeface="Cambria Math" panose="02040503050406030204" pitchFamily="18" charset="0"/>
                          </a:rPr>
                          <m:t> </m:t>
                        </m:r>
                      </m:den>
                    </m:f>
                    <m:r>
                      <a:rPr lang="fr-FR" b="0" i="1" noProof="0" smtClean="0">
                        <a:latin typeface="Cambria Math" panose="02040503050406030204" pitchFamily="18" charset="0"/>
                      </a:rPr>
                      <m:t>= </m:t>
                    </m:r>
                    <m:f>
                      <m:fPr>
                        <m:ctrlPr>
                          <a:rPr lang="fr-FR" b="0" i="1" noProof="0" smtClean="0">
                            <a:latin typeface="Cambria Math" panose="02040503050406030204" pitchFamily="18" charset="0"/>
                          </a:rPr>
                        </m:ctrlPr>
                      </m:fPr>
                      <m:num>
                        <m:r>
                          <a:rPr lang="fr-FR" b="0" i="1" noProof="0" smtClean="0">
                            <a:latin typeface="Cambria Math" panose="02040503050406030204" pitchFamily="18" charset="0"/>
                          </a:rPr>
                          <m:t>1</m:t>
                        </m:r>
                      </m:num>
                      <m:den>
                        <m:r>
                          <a:rPr lang="fr-FR" b="0" i="1" noProof="0" smtClean="0">
                            <a:latin typeface="Cambria Math" panose="02040503050406030204" pitchFamily="18" charset="0"/>
                          </a:rPr>
                          <m:t>𝑟</m:t>
                        </m:r>
                      </m:den>
                    </m:f>
                    <m:f>
                      <m:fPr>
                        <m:ctrlPr>
                          <a:rPr lang="fr-FR" b="0" i="1" noProof="0" smtClean="0">
                            <a:latin typeface="Cambria Math" panose="02040503050406030204" pitchFamily="18" charset="0"/>
                          </a:rPr>
                        </m:ctrlPr>
                      </m:fPr>
                      <m:num>
                        <m:r>
                          <a:rPr lang="fr-FR" b="0" i="1" noProof="0" smtClean="0">
                            <a:latin typeface="Cambria Math" panose="02040503050406030204" pitchFamily="18" charset="0"/>
                          </a:rPr>
                          <m:t>𝑑</m:t>
                        </m:r>
                      </m:num>
                      <m:den>
                        <m:r>
                          <a:rPr lang="fr-FR" b="0" i="1" noProof="0" smtClean="0">
                            <a:latin typeface="Cambria Math" panose="02040503050406030204" pitchFamily="18" charset="0"/>
                          </a:rPr>
                          <m:t>𝑑𝑟</m:t>
                        </m:r>
                      </m:den>
                    </m:f>
                    <m:d>
                      <m:dPr>
                        <m:ctrlPr>
                          <a:rPr lang="fr-FR" b="0" i="1" noProof="0" smtClean="0">
                            <a:latin typeface="Cambria Math" panose="02040503050406030204" pitchFamily="18" charset="0"/>
                          </a:rPr>
                        </m:ctrlPr>
                      </m:dPr>
                      <m:e>
                        <m:r>
                          <a:rPr lang="fr-FR" b="0" i="1" noProof="0" smtClean="0">
                            <a:latin typeface="Cambria Math" panose="02040503050406030204" pitchFamily="18" charset="0"/>
                          </a:rPr>
                          <m:t>𝑟</m:t>
                        </m:r>
                        <m:f>
                          <m:fPr>
                            <m:ctrlPr>
                              <a:rPr lang="fr-FR" b="0" i="1" noProof="0" smtClean="0">
                                <a:latin typeface="Cambria Math" panose="02040503050406030204" pitchFamily="18" charset="0"/>
                              </a:rPr>
                            </m:ctrlPr>
                          </m:fPr>
                          <m:num>
                            <m:r>
                              <a:rPr lang="fr-FR" b="0" i="1" noProof="0" smtClean="0">
                                <a:latin typeface="Cambria Math" panose="02040503050406030204" pitchFamily="18" charset="0"/>
                              </a:rPr>
                              <m:t>𝑑𝐶</m:t>
                            </m:r>
                          </m:num>
                          <m:den>
                            <m:r>
                              <a:rPr lang="fr-FR" b="0" i="1" noProof="0" smtClean="0">
                                <a:latin typeface="Cambria Math" panose="02040503050406030204" pitchFamily="18" charset="0"/>
                              </a:rPr>
                              <m:t>𝑑𝑟</m:t>
                            </m:r>
                          </m:den>
                        </m:f>
                      </m:e>
                    </m:d>
                  </m:oMath>
                </a14:m>
                <a:endParaRPr lang="fr-FR" noProof="0" dirty="0"/>
              </a:p>
              <a:p>
                <a14:m>
                  <m:oMath xmlns:m="http://schemas.openxmlformats.org/officeDocument/2006/math">
                    <m:nary>
                      <m:naryPr>
                        <m:limLoc m:val="undOvr"/>
                        <m:subHide m:val="on"/>
                        <m:supHide m:val="on"/>
                        <m:ctrlPr>
                          <a:rPr lang="fr-FR" b="0" i="1" noProof="0" smtClean="0">
                            <a:latin typeface="Cambria Math" panose="02040503050406030204" pitchFamily="18" charset="0"/>
                          </a:rPr>
                        </m:ctrlPr>
                      </m:naryPr>
                      <m:sub/>
                      <m:sup/>
                      <m:e>
                        <m:f>
                          <m:fPr>
                            <m:ctrlPr>
                              <a:rPr lang="fr-FR" i="1" noProof="0">
                                <a:latin typeface="Cambria Math" panose="02040503050406030204" pitchFamily="18" charset="0"/>
                              </a:rPr>
                            </m:ctrlPr>
                          </m:fPr>
                          <m:num>
                            <m:r>
                              <a:rPr lang="fr-FR" i="1" noProof="0">
                                <a:latin typeface="Cambria Math" panose="02040503050406030204" pitchFamily="18" charset="0"/>
                              </a:rPr>
                              <m:t>𝑆</m:t>
                            </m:r>
                          </m:num>
                          <m:den>
                            <m:sSub>
                              <m:sSubPr>
                                <m:ctrlPr>
                                  <a:rPr lang="fr-FR" i="1" noProof="0">
                                    <a:latin typeface="Cambria Math" panose="02040503050406030204" pitchFamily="18" charset="0"/>
                                  </a:rPr>
                                </m:ctrlPr>
                              </m:sSubPr>
                              <m:e>
                                <m:r>
                                  <a:rPr lang="fr-FR" i="1" noProof="0">
                                    <a:latin typeface="Cambria Math" panose="02040503050406030204" pitchFamily="18" charset="0"/>
                                  </a:rPr>
                                  <m:t>𝐷</m:t>
                                </m:r>
                              </m:e>
                              <m:sub>
                                <m:r>
                                  <a:rPr lang="fr-FR" i="1" noProof="0">
                                    <a:latin typeface="Cambria Math" panose="02040503050406030204" pitchFamily="18" charset="0"/>
                                  </a:rPr>
                                  <m:t>𝑒𝑓𝑓</m:t>
                                </m:r>
                              </m:sub>
                            </m:sSub>
                            <m:r>
                              <a:rPr lang="fr-FR" i="1" noProof="0">
                                <a:latin typeface="Cambria Math" panose="02040503050406030204" pitchFamily="18" charset="0"/>
                              </a:rPr>
                              <m:t> </m:t>
                            </m:r>
                          </m:den>
                        </m:f>
                        <m:r>
                          <m:rPr>
                            <m:sty m:val="p"/>
                          </m:rPr>
                          <a:rPr lang="fr-FR" b="0" i="1" noProof="0" smtClean="0">
                            <a:latin typeface="Cambria Math" panose="02040503050406030204" pitchFamily="18" charset="0"/>
                          </a:rPr>
                          <m:t>r</m:t>
                        </m:r>
                        <m:r>
                          <a:rPr lang="fr-FR" b="0" i="1" noProof="0" smtClean="0">
                            <a:latin typeface="Cambria Math" panose="02040503050406030204" pitchFamily="18" charset="0"/>
                          </a:rPr>
                          <m:t> </m:t>
                        </m:r>
                        <m:r>
                          <m:rPr>
                            <m:sty m:val="p"/>
                          </m:rPr>
                          <a:rPr lang="fr-FR" b="0" i="1" noProof="0" smtClean="0">
                            <a:latin typeface="Cambria Math" panose="02040503050406030204" pitchFamily="18" charset="0"/>
                          </a:rPr>
                          <m:t>dr</m:t>
                        </m:r>
                        <m:r>
                          <a:rPr lang="fr-FR" b="0" i="1" noProof="0" smtClean="0">
                            <a:latin typeface="Cambria Math" panose="02040503050406030204" pitchFamily="18" charset="0"/>
                          </a:rPr>
                          <m:t> = </m:t>
                        </m:r>
                        <m:nary>
                          <m:naryPr>
                            <m:limLoc m:val="undOvr"/>
                            <m:subHide m:val="on"/>
                            <m:supHide m:val="on"/>
                            <m:ctrlPr>
                              <a:rPr lang="fr-FR" b="0" i="1" noProof="0" smtClean="0">
                                <a:latin typeface="Cambria Math" panose="02040503050406030204" pitchFamily="18" charset="0"/>
                              </a:rPr>
                            </m:ctrlPr>
                          </m:naryPr>
                          <m:sub/>
                          <m:sup/>
                          <m:e>
                            <m:r>
                              <m:rPr>
                                <m:sty m:val="p"/>
                              </m:rPr>
                              <a:rPr lang="fr-FR" b="0" i="1" noProof="0" smtClean="0">
                                <a:latin typeface="Cambria Math" panose="02040503050406030204" pitchFamily="18" charset="0"/>
                              </a:rPr>
                              <m:t>d</m:t>
                            </m:r>
                            <m:d>
                              <m:dPr>
                                <m:ctrlPr>
                                  <a:rPr lang="fr-FR" i="1" noProof="0">
                                    <a:latin typeface="Cambria Math" panose="02040503050406030204" pitchFamily="18" charset="0"/>
                                  </a:rPr>
                                </m:ctrlPr>
                              </m:dPr>
                              <m:e>
                                <m:r>
                                  <a:rPr lang="fr-FR" i="1" noProof="0">
                                    <a:latin typeface="Cambria Math" panose="02040503050406030204" pitchFamily="18" charset="0"/>
                                  </a:rPr>
                                  <m:t>𝑟</m:t>
                                </m:r>
                                <m:f>
                                  <m:fPr>
                                    <m:ctrlPr>
                                      <a:rPr lang="fr-FR" i="1" noProof="0">
                                        <a:latin typeface="Cambria Math" panose="02040503050406030204" pitchFamily="18" charset="0"/>
                                      </a:rPr>
                                    </m:ctrlPr>
                                  </m:fPr>
                                  <m:num>
                                    <m:r>
                                      <a:rPr lang="fr-FR" i="1" noProof="0">
                                        <a:latin typeface="Cambria Math" panose="02040503050406030204" pitchFamily="18" charset="0"/>
                                      </a:rPr>
                                      <m:t>𝑑𝐶</m:t>
                                    </m:r>
                                  </m:num>
                                  <m:den>
                                    <m:r>
                                      <a:rPr lang="fr-FR" i="1" noProof="0">
                                        <a:latin typeface="Cambria Math" panose="02040503050406030204" pitchFamily="18" charset="0"/>
                                      </a:rPr>
                                      <m:t>𝑑𝑟</m:t>
                                    </m:r>
                                  </m:den>
                                </m:f>
                              </m:e>
                            </m:d>
                          </m:e>
                        </m:nary>
                      </m:e>
                    </m:nary>
                    <m:r>
                      <a:rPr lang="fr-FR" b="0" i="1" noProof="0" smtClean="0">
                        <a:latin typeface="Cambria Math" panose="02040503050406030204" pitchFamily="18" charset="0"/>
                      </a:rPr>
                      <m:t>                         </m:t>
                    </m:r>
                    <m:f>
                      <m:fPr>
                        <m:ctrlPr>
                          <a:rPr lang="fr-FR" i="1" noProof="0">
                            <a:latin typeface="Cambria Math" panose="02040503050406030204" pitchFamily="18" charset="0"/>
                          </a:rPr>
                        </m:ctrlPr>
                      </m:fPr>
                      <m:num>
                        <m:r>
                          <a:rPr lang="fr-FR" i="1" noProof="0">
                            <a:latin typeface="Cambria Math" panose="02040503050406030204" pitchFamily="18" charset="0"/>
                          </a:rPr>
                          <m:t>𝑆</m:t>
                        </m:r>
                      </m:num>
                      <m:den>
                        <m:sSub>
                          <m:sSubPr>
                            <m:ctrlPr>
                              <a:rPr lang="fr-FR" i="1" noProof="0">
                                <a:latin typeface="Cambria Math" panose="02040503050406030204" pitchFamily="18" charset="0"/>
                              </a:rPr>
                            </m:ctrlPr>
                          </m:sSubPr>
                          <m:e>
                            <m:r>
                              <a:rPr lang="fr-FR" i="1" noProof="0">
                                <a:latin typeface="Cambria Math" panose="02040503050406030204" pitchFamily="18" charset="0"/>
                              </a:rPr>
                              <m:t>𝐷</m:t>
                            </m:r>
                          </m:e>
                          <m:sub>
                            <m:r>
                              <a:rPr lang="fr-FR" i="1" noProof="0">
                                <a:latin typeface="Cambria Math" panose="02040503050406030204" pitchFamily="18" charset="0"/>
                              </a:rPr>
                              <m:t>𝑒𝑓𝑓</m:t>
                            </m:r>
                          </m:sub>
                        </m:sSub>
                        <m:r>
                          <a:rPr lang="fr-FR" i="1" noProof="0">
                            <a:latin typeface="Cambria Math" panose="02040503050406030204" pitchFamily="18" charset="0"/>
                          </a:rPr>
                          <m:t> </m:t>
                        </m:r>
                      </m:den>
                    </m:f>
                    <m:f>
                      <m:fPr>
                        <m:ctrlPr>
                          <a:rPr lang="fr-FR" b="0" i="1" noProof="0" smtClean="0">
                            <a:latin typeface="Cambria Math" panose="02040503050406030204" pitchFamily="18" charset="0"/>
                          </a:rPr>
                        </m:ctrlPr>
                      </m:fPr>
                      <m:num>
                        <m:sSup>
                          <m:sSupPr>
                            <m:ctrlPr>
                              <a:rPr lang="fr-FR" b="0" i="1" noProof="0" smtClean="0">
                                <a:latin typeface="Cambria Math" panose="02040503050406030204" pitchFamily="18" charset="0"/>
                              </a:rPr>
                            </m:ctrlPr>
                          </m:sSupPr>
                          <m:e>
                            <m:r>
                              <a:rPr lang="fr-FR" b="0" i="1" noProof="0" smtClean="0">
                                <a:latin typeface="Cambria Math" panose="02040503050406030204" pitchFamily="18" charset="0"/>
                              </a:rPr>
                              <m:t>𝑟</m:t>
                            </m:r>
                          </m:e>
                          <m:sup>
                            <m:r>
                              <a:rPr lang="fr-FR" b="0" i="1" noProof="0" smtClean="0">
                                <a:latin typeface="Cambria Math" panose="02040503050406030204" pitchFamily="18" charset="0"/>
                              </a:rPr>
                              <m:t>2</m:t>
                            </m:r>
                          </m:sup>
                        </m:sSup>
                      </m:num>
                      <m:den>
                        <m:r>
                          <a:rPr lang="fr-FR" b="0" i="1" noProof="0" smtClean="0">
                            <a:latin typeface="Cambria Math" panose="02040503050406030204" pitchFamily="18" charset="0"/>
                          </a:rPr>
                          <m:t>2</m:t>
                        </m:r>
                      </m:den>
                    </m:f>
                    <m:r>
                      <a:rPr lang="fr-FR" b="0" i="1" noProof="0" smtClean="0">
                        <a:latin typeface="Cambria Math" panose="02040503050406030204" pitchFamily="18" charset="0"/>
                      </a:rPr>
                      <m:t>+</m:t>
                    </m:r>
                    <m:sSub>
                      <m:sSubPr>
                        <m:ctrlPr>
                          <a:rPr lang="fr-FR" b="0" i="1" noProof="0" smtClean="0">
                            <a:latin typeface="Cambria Math" panose="02040503050406030204" pitchFamily="18" charset="0"/>
                          </a:rPr>
                        </m:ctrlPr>
                      </m:sSubPr>
                      <m:e>
                        <m:r>
                          <a:rPr lang="fr-FR" b="0" i="1" noProof="0" smtClean="0">
                            <a:latin typeface="Cambria Math" panose="02040503050406030204" pitchFamily="18" charset="0"/>
                          </a:rPr>
                          <m:t>𝐶𝑠𝑡</m:t>
                        </m:r>
                      </m:e>
                      <m:sub>
                        <m:r>
                          <a:rPr lang="fr-FR" b="0" i="1" noProof="0" smtClean="0">
                            <a:latin typeface="Cambria Math" panose="02040503050406030204" pitchFamily="18" charset="0"/>
                          </a:rPr>
                          <m:t>1</m:t>
                        </m:r>
                      </m:sub>
                    </m:sSub>
                    <m:r>
                      <a:rPr lang="fr-FR" b="0" i="1" noProof="0" smtClean="0">
                        <a:latin typeface="Cambria Math" panose="02040503050406030204" pitchFamily="18" charset="0"/>
                      </a:rPr>
                      <m:t>=</m:t>
                    </m:r>
                    <m:r>
                      <a:rPr lang="fr-FR" b="0" i="1" noProof="0" smtClean="0">
                        <a:latin typeface="Cambria Math" panose="02040503050406030204" pitchFamily="18" charset="0"/>
                      </a:rPr>
                      <m:t>𝑟</m:t>
                    </m:r>
                    <m:f>
                      <m:fPr>
                        <m:ctrlPr>
                          <a:rPr lang="fr-FR" b="0" i="1" noProof="0" smtClean="0">
                            <a:latin typeface="Cambria Math" panose="02040503050406030204" pitchFamily="18" charset="0"/>
                          </a:rPr>
                        </m:ctrlPr>
                      </m:fPr>
                      <m:num>
                        <m:r>
                          <a:rPr lang="fr-FR" b="0" i="1" noProof="0" smtClean="0">
                            <a:latin typeface="Cambria Math" panose="02040503050406030204" pitchFamily="18" charset="0"/>
                          </a:rPr>
                          <m:t>𝑑𝐶</m:t>
                        </m:r>
                      </m:num>
                      <m:den>
                        <m:r>
                          <a:rPr lang="fr-FR" b="0" i="1" noProof="0" smtClean="0">
                            <a:latin typeface="Cambria Math" panose="02040503050406030204" pitchFamily="18" charset="0"/>
                          </a:rPr>
                          <m:t>𝑑𝑟</m:t>
                        </m:r>
                      </m:den>
                    </m:f>
                  </m:oMath>
                </a14:m>
                <a:endParaRPr lang="fr-FR" noProof="0" dirty="0"/>
              </a:p>
              <a:p>
                <a:r>
                  <a:rPr lang="fr-FR" noProof="0" dirty="0"/>
                  <a:t>Or  </a:t>
                </a:r>
                <a14:m>
                  <m:oMath xmlns:m="http://schemas.openxmlformats.org/officeDocument/2006/math">
                    <m:f>
                      <m:fPr>
                        <m:ctrlPr>
                          <a:rPr lang="fr-FR" i="1" noProof="0">
                            <a:latin typeface="Cambria Math" panose="02040503050406030204" pitchFamily="18" charset="0"/>
                          </a:rPr>
                        </m:ctrlPr>
                      </m:fPr>
                      <m:num>
                        <m:r>
                          <a:rPr lang="fr-FR" i="1" noProof="0">
                            <a:latin typeface="Cambria Math" panose="02040503050406030204" pitchFamily="18" charset="0"/>
                          </a:rPr>
                          <m:t>𝑑𝐶</m:t>
                        </m:r>
                      </m:num>
                      <m:den>
                        <m:r>
                          <a:rPr lang="fr-FR" i="1" noProof="0">
                            <a:latin typeface="Cambria Math" panose="02040503050406030204" pitchFamily="18" charset="0"/>
                          </a:rPr>
                          <m:t>𝑑𝑟</m:t>
                        </m:r>
                      </m:den>
                    </m:f>
                    <m:sSub>
                      <m:sSubPr>
                        <m:ctrlPr>
                          <a:rPr lang="fr-FR" b="0" i="1" noProof="0" smtClean="0">
                            <a:latin typeface="Cambria Math" panose="02040503050406030204" pitchFamily="18" charset="0"/>
                          </a:rPr>
                        </m:ctrlPr>
                      </m:sSubPr>
                      <m:e>
                        <m:d>
                          <m:dPr>
                            <m:begChr m:val=""/>
                            <m:endChr m:val="|"/>
                            <m:ctrlPr>
                              <a:rPr lang="fr-FR" b="0" i="1" noProof="0" smtClean="0">
                                <a:latin typeface="Cambria Math" panose="02040503050406030204" pitchFamily="18" charset="0"/>
                              </a:rPr>
                            </m:ctrlPr>
                          </m:dPr>
                          <m:e>
                            <m:r>
                              <a:rPr lang="fr-FR" noProof="0" smtClean="0">
                                <a:latin typeface="Cambria Math" panose="02040503050406030204" pitchFamily="18" charset="0"/>
                              </a:rPr>
                              <m:t>​</m:t>
                            </m:r>
                          </m:e>
                        </m:d>
                      </m:e>
                      <m:sub>
                        <m:r>
                          <a:rPr lang="fr-FR" b="0" i="1" noProof="0" smtClean="0">
                            <a:latin typeface="Cambria Math" panose="02040503050406030204" pitchFamily="18" charset="0"/>
                          </a:rPr>
                          <m:t>𝑟</m:t>
                        </m:r>
                        <m:r>
                          <a:rPr lang="fr-FR" b="0" i="1" noProof="0" smtClean="0">
                            <a:latin typeface="Cambria Math" panose="02040503050406030204" pitchFamily="18" charset="0"/>
                          </a:rPr>
                          <m:t>=0</m:t>
                        </m:r>
                      </m:sub>
                    </m:sSub>
                    <m:r>
                      <a:rPr lang="fr-FR" b="0" i="1" noProof="0" smtClean="0">
                        <a:latin typeface="Cambria Math" panose="02040503050406030204" pitchFamily="18" charset="0"/>
                      </a:rPr>
                      <m:t>=0</m:t>
                    </m:r>
                  </m:oMath>
                </a14:m>
                <a:r>
                  <a:rPr lang="fr-FR" noProof="0" dirty="0"/>
                  <a:t>     d’où </a:t>
                </a:r>
                <a14:m>
                  <m:oMath xmlns:m="http://schemas.openxmlformats.org/officeDocument/2006/math">
                    <m:sSub>
                      <m:sSubPr>
                        <m:ctrlPr>
                          <a:rPr lang="fr-FR" i="1" noProof="0">
                            <a:latin typeface="Cambria Math" panose="02040503050406030204" pitchFamily="18" charset="0"/>
                          </a:rPr>
                        </m:ctrlPr>
                      </m:sSubPr>
                      <m:e>
                        <m:r>
                          <a:rPr lang="fr-FR" b="0" i="1" noProof="0" smtClean="0">
                            <a:latin typeface="Cambria Math" panose="02040503050406030204" pitchFamily="18" charset="0"/>
                          </a:rPr>
                          <m:t>    </m:t>
                        </m:r>
                        <m:r>
                          <a:rPr lang="fr-FR" i="1" noProof="0">
                            <a:latin typeface="Cambria Math" panose="02040503050406030204" pitchFamily="18" charset="0"/>
                          </a:rPr>
                          <m:t>𝐶</m:t>
                        </m:r>
                        <m:r>
                          <a:rPr lang="fr-FR" b="0" i="1" noProof="0" smtClean="0">
                            <a:latin typeface="Cambria Math" panose="02040503050406030204" pitchFamily="18" charset="0"/>
                          </a:rPr>
                          <m:t>𝑠𝑡</m:t>
                        </m:r>
                      </m:e>
                      <m:sub>
                        <m:r>
                          <a:rPr lang="fr-FR" i="1" noProof="0">
                            <a:latin typeface="Cambria Math" panose="02040503050406030204" pitchFamily="18" charset="0"/>
                          </a:rPr>
                          <m:t>1</m:t>
                        </m:r>
                      </m:sub>
                    </m:sSub>
                    <m:r>
                      <a:rPr lang="fr-FR" b="0" i="1" noProof="0" smtClean="0">
                        <a:latin typeface="Cambria Math" panose="02040503050406030204" pitchFamily="18" charset="0"/>
                      </a:rPr>
                      <m:t>= 0.</m:t>
                    </m:r>
                  </m:oMath>
                </a14:m>
                <a:endParaRPr lang="fr-FR" noProof="0" dirty="0"/>
              </a:p>
              <a:p>
                <a14:m>
                  <m:oMath xmlns:m="http://schemas.openxmlformats.org/officeDocument/2006/math">
                    <m:nary>
                      <m:naryPr>
                        <m:limLoc m:val="undOvr"/>
                        <m:subHide m:val="on"/>
                        <m:supHide m:val="on"/>
                        <m:ctrlPr>
                          <a:rPr lang="fr-FR" i="1" noProof="0" smtClean="0">
                            <a:latin typeface="Cambria Math" panose="02040503050406030204" pitchFamily="18" charset="0"/>
                          </a:rPr>
                        </m:ctrlPr>
                      </m:naryPr>
                      <m:sub/>
                      <m:sup/>
                      <m:e>
                        <m:f>
                          <m:fPr>
                            <m:ctrlPr>
                              <a:rPr lang="fr-FR" b="0" i="1" noProof="0" smtClean="0">
                                <a:latin typeface="Cambria Math" panose="02040503050406030204" pitchFamily="18" charset="0"/>
                              </a:rPr>
                            </m:ctrlPr>
                          </m:fPr>
                          <m:num>
                            <m:r>
                              <a:rPr lang="fr-FR" b="0" i="1" noProof="0" smtClean="0">
                                <a:latin typeface="Cambria Math" panose="02040503050406030204" pitchFamily="18" charset="0"/>
                              </a:rPr>
                              <m:t>𝑆</m:t>
                            </m:r>
                          </m:num>
                          <m:den>
                            <m:r>
                              <a:rPr lang="fr-FR" b="0" i="1" noProof="0" smtClean="0">
                                <a:latin typeface="Cambria Math" panose="02040503050406030204" pitchFamily="18" charset="0"/>
                              </a:rPr>
                              <m:t>2⋅</m:t>
                            </m:r>
                            <m:sSub>
                              <m:sSubPr>
                                <m:ctrlPr>
                                  <a:rPr lang="fr-FR" b="0" i="1" noProof="0" smtClean="0">
                                    <a:latin typeface="Cambria Math" panose="02040503050406030204" pitchFamily="18" charset="0"/>
                                  </a:rPr>
                                </m:ctrlPr>
                              </m:sSubPr>
                              <m:e>
                                <m:r>
                                  <a:rPr lang="fr-FR" b="0" i="1" noProof="0" smtClean="0">
                                    <a:latin typeface="Cambria Math" panose="02040503050406030204" pitchFamily="18" charset="0"/>
                                  </a:rPr>
                                  <m:t>𝐷</m:t>
                                </m:r>
                              </m:e>
                              <m:sub>
                                <m:r>
                                  <a:rPr lang="fr-FR" b="0" i="1" noProof="0" smtClean="0">
                                    <a:latin typeface="Cambria Math" panose="02040503050406030204" pitchFamily="18" charset="0"/>
                                  </a:rPr>
                                  <m:t>𝑒𝑓𝑓</m:t>
                                </m:r>
                              </m:sub>
                            </m:sSub>
                          </m:den>
                        </m:f>
                        <m:r>
                          <a:rPr lang="fr-FR" b="0" i="1" noProof="0" smtClean="0">
                            <a:latin typeface="Cambria Math" panose="02040503050406030204" pitchFamily="18" charset="0"/>
                          </a:rPr>
                          <m:t>𝑟𝑑𝑟</m:t>
                        </m:r>
                        <m:r>
                          <a:rPr lang="fr-FR" b="0" i="1" noProof="0" smtClean="0">
                            <a:latin typeface="Cambria Math" panose="02040503050406030204" pitchFamily="18" charset="0"/>
                          </a:rPr>
                          <m:t>=</m:t>
                        </m:r>
                        <m:nary>
                          <m:naryPr>
                            <m:limLoc m:val="undOvr"/>
                            <m:subHide m:val="on"/>
                            <m:supHide m:val="on"/>
                            <m:ctrlPr>
                              <a:rPr lang="fr-FR" b="0" i="1" noProof="0" smtClean="0">
                                <a:latin typeface="Cambria Math" panose="02040503050406030204" pitchFamily="18" charset="0"/>
                              </a:rPr>
                            </m:ctrlPr>
                          </m:naryPr>
                          <m:sub/>
                          <m:sup/>
                          <m:e>
                            <m:r>
                              <m:rPr>
                                <m:sty m:val="p"/>
                              </m:rPr>
                              <a:rPr lang="fr-FR" b="0" i="1" noProof="0" smtClean="0">
                                <a:latin typeface="Cambria Math" panose="02040503050406030204" pitchFamily="18" charset="0"/>
                              </a:rPr>
                              <m:t>dC</m:t>
                            </m:r>
                          </m:e>
                        </m:nary>
                      </m:e>
                    </m:nary>
                  </m:oMath>
                </a14:m>
                <a:r>
                  <a:rPr lang="fr-FR" noProof="0" dirty="0"/>
                  <a:t>                     </a:t>
                </a:r>
                <a14:m>
                  <m:oMath xmlns:m="http://schemas.openxmlformats.org/officeDocument/2006/math">
                    <m:r>
                      <a:rPr lang="fr-FR" b="0" i="1" noProof="0" smtClean="0">
                        <a:latin typeface="Cambria Math" panose="02040503050406030204" pitchFamily="18" charset="0"/>
                      </a:rPr>
                      <m:t>𝐶</m:t>
                    </m:r>
                    <m:d>
                      <m:dPr>
                        <m:ctrlPr>
                          <a:rPr lang="fr-FR" b="0" i="1" noProof="0" smtClean="0">
                            <a:latin typeface="Cambria Math" panose="02040503050406030204" pitchFamily="18" charset="0"/>
                          </a:rPr>
                        </m:ctrlPr>
                      </m:dPr>
                      <m:e>
                        <m:r>
                          <a:rPr lang="fr-FR" b="0" i="1" noProof="0" smtClean="0">
                            <a:latin typeface="Cambria Math" panose="02040503050406030204" pitchFamily="18" charset="0"/>
                          </a:rPr>
                          <m:t>𝑟</m:t>
                        </m:r>
                      </m:e>
                    </m:d>
                    <m:r>
                      <a:rPr lang="fr-FR" b="0" i="1" noProof="0" smtClean="0">
                        <a:latin typeface="Cambria Math" panose="02040503050406030204" pitchFamily="18" charset="0"/>
                      </a:rPr>
                      <m:t>=</m:t>
                    </m:r>
                    <m:f>
                      <m:fPr>
                        <m:ctrlPr>
                          <a:rPr lang="fr-FR" b="0" i="1" noProof="0" smtClean="0">
                            <a:latin typeface="Cambria Math" panose="02040503050406030204" pitchFamily="18" charset="0"/>
                          </a:rPr>
                        </m:ctrlPr>
                      </m:fPr>
                      <m:num>
                        <m:r>
                          <a:rPr lang="fr-FR" b="0" i="1" noProof="0" smtClean="0">
                            <a:latin typeface="Cambria Math" panose="02040503050406030204" pitchFamily="18" charset="0"/>
                          </a:rPr>
                          <m:t>𝑆</m:t>
                        </m:r>
                      </m:num>
                      <m:den>
                        <m:r>
                          <a:rPr lang="fr-FR" b="0" i="1" noProof="0" smtClean="0">
                            <a:latin typeface="Cambria Math" panose="02040503050406030204" pitchFamily="18" charset="0"/>
                          </a:rPr>
                          <m:t>4⋅</m:t>
                        </m:r>
                        <m:sSub>
                          <m:sSubPr>
                            <m:ctrlPr>
                              <a:rPr lang="fr-FR" b="0" i="1" noProof="0" smtClean="0">
                                <a:latin typeface="Cambria Math" panose="02040503050406030204" pitchFamily="18" charset="0"/>
                              </a:rPr>
                            </m:ctrlPr>
                          </m:sSubPr>
                          <m:e>
                            <m:r>
                              <a:rPr lang="fr-FR" b="0" i="1" noProof="0" smtClean="0">
                                <a:latin typeface="Cambria Math" panose="02040503050406030204" pitchFamily="18" charset="0"/>
                              </a:rPr>
                              <m:t>𝐷</m:t>
                            </m:r>
                          </m:e>
                          <m:sub>
                            <m:r>
                              <a:rPr lang="fr-FR" b="0" i="1" noProof="0" smtClean="0">
                                <a:latin typeface="Cambria Math" panose="02040503050406030204" pitchFamily="18" charset="0"/>
                              </a:rPr>
                              <m:t>𝑒𝑓𝑓</m:t>
                            </m:r>
                          </m:sub>
                        </m:sSub>
                      </m:den>
                    </m:f>
                    <m:sSup>
                      <m:sSupPr>
                        <m:ctrlPr>
                          <a:rPr lang="fr-FR" b="0" i="1" noProof="0" smtClean="0">
                            <a:latin typeface="Cambria Math" panose="02040503050406030204" pitchFamily="18" charset="0"/>
                          </a:rPr>
                        </m:ctrlPr>
                      </m:sSupPr>
                      <m:e>
                        <m:r>
                          <a:rPr lang="fr-FR" b="0" i="1" noProof="0" smtClean="0">
                            <a:latin typeface="Cambria Math" panose="02040503050406030204" pitchFamily="18" charset="0"/>
                          </a:rPr>
                          <m:t>𝑟</m:t>
                        </m:r>
                      </m:e>
                      <m:sup>
                        <m:r>
                          <a:rPr lang="fr-FR" b="0" i="1" noProof="0" smtClean="0">
                            <a:latin typeface="Cambria Math" panose="02040503050406030204" pitchFamily="18" charset="0"/>
                          </a:rPr>
                          <m:t>2</m:t>
                        </m:r>
                      </m:sup>
                    </m:sSup>
                    <m:r>
                      <a:rPr lang="fr-FR" b="0" i="1" noProof="0" smtClean="0">
                        <a:latin typeface="Cambria Math" panose="02040503050406030204" pitchFamily="18" charset="0"/>
                      </a:rPr>
                      <m:t>+</m:t>
                    </m:r>
                    <m:sSub>
                      <m:sSubPr>
                        <m:ctrlPr>
                          <a:rPr lang="fr-FR" b="0" i="1" noProof="0" smtClean="0">
                            <a:latin typeface="Cambria Math" panose="02040503050406030204" pitchFamily="18" charset="0"/>
                          </a:rPr>
                        </m:ctrlPr>
                      </m:sSubPr>
                      <m:e>
                        <m:r>
                          <a:rPr lang="fr-FR" b="0" i="1" noProof="0" smtClean="0">
                            <a:latin typeface="Cambria Math" panose="02040503050406030204" pitchFamily="18" charset="0"/>
                          </a:rPr>
                          <m:t>𝐶𝑠𝑡</m:t>
                        </m:r>
                      </m:e>
                      <m:sub>
                        <m:r>
                          <a:rPr lang="fr-FR" b="0" i="1" noProof="0" smtClean="0">
                            <a:latin typeface="Cambria Math" panose="02040503050406030204" pitchFamily="18" charset="0"/>
                          </a:rPr>
                          <m:t>2</m:t>
                        </m:r>
                      </m:sub>
                    </m:sSub>
                  </m:oMath>
                </a14:m>
                <a:endParaRPr lang="fr-FR" noProof="0" dirty="0"/>
              </a:p>
              <a:p>
                <a:r>
                  <a:rPr lang="fr-FR" noProof="0" dirty="0"/>
                  <a:t>Or par continuité  en </a:t>
                </a:r>
                <a14:m>
                  <m:oMath xmlns:m="http://schemas.openxmlformats.org/officeDocument/2006/math">
                    <m:r>
                      <m:rPr>
                        <m:sty m:val="p"/>
                      </m:rPr>
                      <a:rPr lang="fr-FR" b="0" i="1" noProof="0" smtClean="0">
                        <a:latin typeface="Cambria Math" panose="02040503050406030204" pitchFamily="18" charset="0"/>
                      </a:rPr>
                      <m:t>r</m:t>
                    </m:r>
                    <m:r>
                      <a:rPr lang="fr-FR" b="0" i="1" noProof="0" smtClean="0">
                        <a:latin typeface="Cambria Math" panose="02040503050406030204" pitchFamily="18" charset="0"/>
                      </a:rPr>
                      <m:t>=</m:t>
                    </m:r>
                    <m:r>
                      <m:rPr>
                        <m:sty m:val="p"/>
                      </m:rPr>
                      <a:rPr lang="fr-FR" b="0" i="1" noProof="0" smtClean="0">
                        <a:latin typeface="Cambria Math" panose="02040503050406030204" pitchFamily="18" charset="0"/>
                      </a:rPr>
                      <m:t>R</m:t>
                    </m:r>
                    <m:r>
                      <a:rPr lang="fr-FR" b="0" i="1" noProof="0" smtClean="0">
                        <a:latin typeface="Cambria Math" panose="02040503050406030204" pitchFamily="18" charset="0"/>
                      </a:rPr>
                      <m:t>, </m:t>
                    </m:r>
                    <m:r>
                      <m:rPr>
                        <m:sty m:val="p"/>
                      </m:rPr>
                      <a:rPr lang="fr-FR" b="0" i="1" noProof="0" smtClean="0">
                        <a:latin typeface="Cambria Math" panose="02040503050406030204" pitchFamily="18" charset="0"/>
                      </a:rPr>
                      <m:t>C</m:t>
                    </m:r>
                    <m:r>
                      <a:rPr lang="fr-FR" b="0" i="1" noProof="0" smtClean="0">
                        <a:latin typeface="Cambria Math" panose="02040503050406030204" pitchFamily="18" charset="0"/>
                      </a:rPr>
                      <m:t>(</m:t>
                    </m:r>
                    <m:r>
                      <m:rPr>
                        <m:sty m:val="p"/>
                      </m:rPr>
                      <a:rPr lang="fr-FR" b="0" i="1" noProof="0" smtClean="0">
                        <a:latin typeface="Cambria Math" panose="02040503050406030204" pitchFamily="18" charset="0"/>
                      </a:rPr>
                      <m:t>R</m:t>
                    </m:r>
                    <m:r>
                      <a:rPr lang="fr-FR" b="0" i="1" noProof="0" smtClean="0">
                        <a:latin typeface="Cambria Math" panose="02040503050406030204" pitchFamily="18" charset="0"/>
                      </a:rPr>
                      <m:t>) = </m:t>
                    </m:r>
                    <m:sSub>
                      <m:sSubPr>
                        <m:ctrlPr>
                          <a:rPr lang="fr-FR" b="0" i="1" noProof="0" smtClean="0">
                            <a:latin typeface="Cambria Math" panose="02040503050406030204" pitchFamily="18" charset="0"/>
                          </a:rPr>
                        </m:ctrlPr>
                      </m:sSubPr>
                      <m:e>
                        <m:r>
                          <a:rPr lang="fr-FR" b="0" i="1" noProof="0" smtClean="0">
                            <a:latin typeface="Cambria Math" panose="02040503050406030204" pitchFamily="18" charset="0"/>
                          </a:rPr>
                          <m:t>𝐶</m:t>
                        </m:r>
                      </m:e>
                      <m:sub>
                        <m:r>
                          <a:rPr lang="fr-FR" b="0" i="1" noProof="0" smtClean="0">
                            <a:latin typeface="Cambria Math" panose="02040503050406030204" pitchFamily="18" charset="0"/>
                          </a:rPr>
                          <m:t>𝑒</m:t>
                        </m:r>
                      </m:sub>
                    </m:sSub>
                  </m:oMath>
                </a14:m>
                <a:endParaRPr lang="fr-FR" noProof="0" dirty="0"/>
              </a:p>
              <a:p>
                <a14:m>
                  <m:oMath xmlns:m="http://schemas.openxmlformats.org/officeDocument/2006/math">
                    <m:sSub>
                      <m:sSubPr>
                        <m:ctrlPr>
                          <a:rPr lang="fr-FR" b="0" i="1" noProof="0" smtClean="0">
                            <a:latin typeface="Cambria Math" panose="02040503050406030204" pitchFamily="18" charset="0"/>
                          </a:rPr>
                        </m:ctrlPr>
                      </m:sSubPr>
                      <m:e>
                        <m:r>
                          <a:rPr lang="fr-FR" b="0" i="1" noProof="0" smtClean="0">
                            <a:latin typeface="Cambria Math" panose="02040503050406030204" pitchFamily="18" charset="0"/>
                          </a:rPr>
                          <m:t> </m:t>
                        </m:r>
                        <m:r>
                          <a:rPr lang="fr-FR" b="0" i="1" noProof="0" smtClean="0">
                            <a:latin typeface="Cambria Math" panose="02040503050406030204" pitchFamily="18" charset="0"/>
                          </a:rPr>
                          <m:t>𝐶𝑠𝑡</m:t>
                        </m:r>
                      </m:e>
                      <m:sub>
                        <m:r>
                          <a:rPr lang="fr-FR" b="0" i="1" noProof="0" smtClean="0">
                            <a:latin typeface="Cambria Math" panose="02040503050406030204" pitchFamily="18" charset="0"/>
                          </a:rPr>
                          <m:t>2</m:t>
                        </m:r>
                      </m:sub>
                    </m:sSub>
                    <m:r>
                      <a:rPr lang="fr-FR" b="0" i="1" noProof="0" smtClean="0">
                        <a:latin typeface="Cambria Math" panose="02040503050406030204" pitchFamily="18" charset="0"/>
                      </a:rPr>
                      <m:t>=</m:t>
                    </m:r>
                    <m:sSub>
                      <m:sSubPr>
                        <m:ctrlPr>
                          <a:rPr lang="fr-FR" b="0" i="1" noProof="0" smtClean="0">
                            <a:latin typeface="Cambria Math" panose="02040503050406030204" pitchFamily="18" charset="0"/>
                          </a:rPr>
                        </m:ctrlPr>
                      </m:sSubPr>
                      <m:e>
                        <m:r>
                          <a:rPr lang="fr-FR" b="0" i="1" noProof="0" smtClean="0">
                            <a:latin typeface="Cambria Math" panose="02040503050406030204" pitchFamily="18" charset="0"/>
                          </a:rPr>
                          <m:t>𝐶</m:t>
                        </m:r>
                      </m:e>
                      <m:sub>
                        <m:r>
                          <a:rPr lang="fr-FR" b="0" i="1" noProof="0" smtClean="0">
                            <a:latin typeface="Cambria Math" panose="02040503050406030204" pitchFamily="18" charset="0"/>
                          </a:rPr>
                          <m:t>𝑒</m:t>
                        </m:r>
                      </m:sub>
                    </m:sSub>
                    <m:r>
                      <a:rPr lang="fr-FR" b="0" i="1" noProof="0" smtClean="0">
                        <a:latin typeface="Cambria Math" panose="02040503050406030204" pitchFamily="18" charset="0"/>
                      </a:rPr>
                      <m:t>−</m:t>
                    </m:r>
                    <m:f>
                      <m:fPr>
                        <m:ctrlPr>
                          <a:rPr lang="fr-FR" b="0" i="1" noProof="0" smtClean="0">
                            <a:latin typeface="Cambria Math" panose="02040503050406030204" pitchFamily="18" charset="0"/>
                          </a:rPr>
                        </m:ctrlPr>
                      </m:fPr>
                      <m:num>
                        <m:r>
                          <a:rPr lang="fr-FR" b="0" i="1" noProof="0" smtClean="0">
                            <a:latin typeface="Cambria Math" panose="02040503050406030204" pitchFamily="18" charset="0"/>
                          </a:rPr>
                          <m:t>𝑆</m:t>
                        </m:r>
                      </m:num>
                      <m:den>
                        <m:r>
                          <a:rPr lang="fr-FR" b="0" i="1" noProof="0" smtClean="0">
                            <a:latin typeface="Cambria Math" panose="02040503050406030204" pitchFamily="18" charset="0"/>
                          </a:rPr>
                          <m:t>4⋅</m:t>
                        </m:r>
                        <m:sSub>
                          <m:sSubPr>
                            <m:ctrlPr>
                              <a:rPr lang="fr-FR" b="0" i="1" noProof="0" smtClean="0">
                                <a:latin typeface="Cambria Math" panose="02040503050406030204" pitchFamily="18" charset="0"/>
                              </a:rPr>
                            </m:ctrlPr>
                          </m:sSubPr>
                          <m:e>
                            <m:r>
                              <a:rPr lang="fr-FR" b="0" i="1" noProof="0" smtClean="0">
                                <a:latin typeface="Cambria Math" panose="02040503050406030204" pitchFamily="18" charset="0"/>
                              </a:rPr>
                              <m:t>𝐷</m:t>
                            </m:r>
                          </m:e>
                          <m:sub>
                            <m:r>
                              <a:rPr lang="fr-FR" b="0" i="1" noProof="0" smtClean="0">
                                <a:latin typeface="Cambria Math" panose="02040503050406030204" pitchFamily="18" charset="0"/>
                              </a:rPr>
                              <m:t>𝑒𝑓𝑓</m:t>
                            </m:r>
                          </m:sub>
                        </m:sSub>
                      </m:den>
                    </m:f>
                    <m:sSup>
                      <m:sSupPr>
                        <m:ctrlPr>
                          <a:rPr lang="fr-FR" b="0" i="1" noProof="0" smtClean="0">
                            <a:latin typeface="Cambria Math" panose="02040503050406030204" pitchFamily="18" charset="0"/>
                          </a:rPr>
                        </m:ctrlPr>
                      </m:sSupPr>
                      <m:e>
                        <m:r>
                          <a:rPr lang="fr-FR" b="0" i="1" noProof="0" smtClean="0">
                            <a:latin typeface="Cambria Math" panose="02040503050406030204" pitchFamily="18" charset="0"/>
                          </a:rPr>
                          <m:t>𝑅</m:t>
                        </m:r>
                      </m:e>
                      <m:sup>
                        <m:r>
                          <a:rPr lang="fr-FR" b="0" i="1" noProof="0" smtClean="0">
                            <a:latin typeface="Cambria Math" panose="02040503050406030204" pitchFamily="18" charset="0"/>
                          </a:rPr>
                          <m:t>2</m:t>
                        </m:r>
                      </m:sup>
                    </m:sSup>
                  </m:oMath>
                </a14:m>
                <a:r>
                  <a:rPr lang="fr-FR" noProof="0" dirty="0"/>
                  <a:t>                     d’où   </a:t>
                </a:r>
                <a14:m>
                  <m:oMath xmlns:m="http://schemas.openxmlformats.org/officeDocument/2006/math">
                    <m:r>
                      <m:rPr>
                        <m:sty m:val="p"/>
                      </m:rPr>
                      <a:rPr lang="fr-FR" b="0" i="1" noProof="0" smtClean="0">
                        <a:latin typeface="Cambria Math" panose="02040503050406030204" pitchFamily="18" charset="0"/>
                      </a:rPr>
                      <m:t>C</m:t>
                    </m:r>
                    <m:r>
                      <a:rPr lang="fr-FR" b="0" i="1" noProof="0" smtClean="0">
                        <a:latin typeface="Cambria Math" panose="02040503050406030204" pitchFamily="18" charset="0"/>
                      </a:rPr>
                      <m:t>(</m:t>
                    </m:r>
                    <m:r>
                      <m:rPr>
                        <m:sty m:val="p"/>
                      </m:rPr>
                      <a:rPr lang="fr-FR" b="0" i="1" noProof="0" smtClean="0">
                        <a:latin typeface="Cambria Math" panose="02040503050406030204" pitchFamily="18" charset="0"/>
                      </a:rPr>
                      <m:t>r</m:t>
                    </m:r>
                    <m:r>
                      <a:rPr lang="fr-FR" b="0" i="1" noProof="0" smtClean="0">
                        <a:latin typeface="Cambria Math" panose="02040503050406030204" pitchFamily="18" charset="0"/>
                      </a:rPr>
                      <m:t>) =</m:t>
                    </m:r>
                    <m:f>
                      <m:fPr>
                        <m:ctrlPr>
                          <a:rPr lang="fr-FR" b="0" i="1" noProof="0" smtClean="0">
                            <a:latin typeface="Cambria Math" panose="02040503050406030204" pitchFamily="18" charset="0"/>
                          </a:rPr>
                        </m:ctrlPr>
                      </m:fPr>
                      <m:num>
                        <m:r>
                          <a:rPr lang="fr-FR" b="0" i="1" noProof="0" smtClean="0">
                            <a:latin typeface="Cambria Math" panose="02040503050406030204" pitchFamily="18" charset="0"/>
                          </a:rPr>
                          <m:t>𝑆</m:t>
                        </m:r>
                      </m:num>
                      <m:den>
                        <m:sSub>
                          <m:sSubPr>
                            <m:ctrlPr>
                              <a:rPr lang="fr-FR" b="0" i="1" noProof="0" smtClean="0">
                                <a:latin typeface="Cambria Math" panose="02040503050406030204" pitchFamily="18" charset="0"/>
                              </a:rPr>
                            </m:ctrlPr>
                          </m:sSubPr>
                          <m:e>
                            <m:r>
                              <a:rPr lang="fr-FR" b="0" i="1" noProof="0" smtClean="0">
                                <a:latin typeface="Cambria Math" panose="02040503050406030204" pitchFamily="18" charset="0"/>
                              </a:rPr>
                              <m:t>𝐷</m:t>
                            </m:r>
                          </m:e>
                          <m:sub>
                            <m:r>
                              <a:rPr lang="fr-FR" b="0" i="1" noProof="0" smtClean="0">
                                <a:latin typeface="Cambria Math" panose="02040503050406030204" pitchFamily="18" charset="0"/>
                              </a:rPr>
                              <m:t>𝑒𝑓𝑓</m:t>
                            </m:r>
                          </m:sub>
                        </m:sSub>
                      </m:den>
                    </m:f>
                    <m:sSup>
                      <m:sSupPr>
                        <m:ctrlPr>
                          <a:rPr lang="fr-FR" b="0" i="1" noProof="0" smtClean="0">
                            <a:latin typeface="Cambria Math" panose="02040503050406030204" pitchFamily="18" charset="0"/>
                          </a:rPr>
                        </m:ctrlPr>
                      </m:sSupPr>
                      <m:e>
                        <m:r>
                          <a:rPr lang="fr-FR" b="0" i="1" noProof="0" smtClean="0">
                            <a:latin typeface="Cambria Math" panose="02040503050406030204" pitchFamily="18" charset="0"/>
                          </a:rPr>
                          <m:t>𝑅</m:t>
                        </m:r>
                      </m:e>
                      <m:sup>
                        <m:r>
                          <a:rPr lang="fr-FR" b="0" i="1" noProof="0" smtClean="0">
                            <a:latin typeface="Cambria Math" panose="02040503050406030204" pitchFamily="18" charset="0"/>
                          </a:rPr>
                          <m:t>2</m:t>
                        </m:r>
                      </m:sup>
                    </m:sSup>
                    <m:d>
                      <m:dPr>
                        <m:ctrlPr>
                          <a:rPr lang="fr-FR" b="0" i="1" noProof="0" smtClean="0">
                            <a:latin typeface="Cambria Math" panose="02040503050406030204" pitchFamily="18" charset="0"/>
                          </a:rPr>
                        </m:ctrlPr>
                      </m:dPr>
                      <m:e>
                        <m:f>
                          <m:fPr>
                            <m:ctrlPr>
                              <a:rPr lang="fr-FR" b="0" i="1" noProof="0" smtClean="0">
                                <a:latin typeface="Cambria Math" panose="02040503050406030204" pitchFamily="18" charset="0"/>
                              </a:rPr>
                            </m:ctrlPr>
                          </m:fPr>
                          <m:num>
                            <m:sSup>
                              <m:sSupPr>
                                <m:ctrlPr>
                                  <a:rPr lang="fr-FR" b="0" i="1" noProof="0" smtClean="0">
                                    <a:latin typeface="Cambria Math" panose="02040503050406030204" pitchFamily="18" charset="0"/>
                                  </a:rPr>
                                </m:ctrlPr>
                              </m:sSupPr>
                              <m:e>
                                <m:r>
                                  <a:rPr lang="fr-FR" b="0" i="1" noProof="0" smtClean="0">
                                    <a:latin typeface="Cambria Math" panose="02040503050406030204" pitchFamily="18" charset="0"/>
                                  </a:rPr>
                                  <m:t>𝑟</m:t>
                                </m:r>
                              </m:e>
                              <m:sup>
                                <m:r>
                                  <a:rPr lang="fr-FR" b="0" i="1" noProof="0" smtClean="0">
                                    <a:latin typeface="Cambria Math" panose="02040503050406030204" pitchFamily="18" charset="0"/>
                                  </a:rPr>
                                  <m:t>2</m:t>
                                </m:r>
                              </m:sup>
                            </m:sSup>
                          </m:num>
                          <m:den>
                            <m:sSup>
                              <m:sSupPr>
                                <m:ctrlPr>
                                  <a:rPr lang="fr-FR" b="0" i="1" noProof="0" smtClean="0">
                                    <a:latin typeface="Cambria Math" panose="02040503050406030204" pitchFamily="18" charset="0"/>
                                  </a:rPr>
                                </m:ctrlPr>
                              </m:sSupPr>
                              <m:e>
                                <m:r>
                                  <a:rPr lang="fr-FR" b="0" i="1" noProof="0" smtClean="0">
                                    <a:latin typeface="Cambria Math" panose="02040503050406030204" pitchFamily="18" charset="0"/>
                                  </a:rPr>
                                  <m:t>𝑅</m:t>
                                </m:r>
                              </m:e>
                              <m:sup>
                                <m:r>
                                  <a:rPr lang="fr-FR" b="0" i="1" noProof="0" smtClean="0">
                                    <a:latin typeface="Cambria Math" panose="02040503050406030204" pitchFamily="18" charset="0"/>
                                  </a:rPr>
                                  <m:t>2</m:t>
                                </m:r>
                              </m:sup>
                            </m:sSup>
                          </m:den>
                        </m:f>
                        <m:r>
                          <a:rPr lang="fr-FR" b="0" i="1" noProof="0" smtClean="0">
                            <a:latin typeface="Cambria Math" panose="02040503050406030204" pitchFamily="18" charset="0"/>
                          </a:rPr>
                          <m:t>−1</m:t>
                        </m:r>
                      </m:e>
                    </m:d>
                    <m:r>
                      <a:rPr lang="fr-FR" b="0" i="1" noProof="0" smtClean="0">
                        <a:latin typeface="Cambria Math" panose="02040503050406030204" pitchFamily="18" charset="0"/>
                      </a:rPr>
                      <m:t>+</m:t>
                    </m:r>
                    <m:sSub>
                      <m:sSubPr>
                        <m:ctrlPr>
                          <a:rPr lang="fr-FR" b="0" i="1" noProof="0" smtClean="0">
                            <a:latin typeface="Cambria Math" panose="02040503050406030204" pitchFamily="18" charset="0"/>
                          </a:rPr>
                        </m:ctrlPr>
                      </m:sSubPr>
                      <m:e>
                        <m:r>
                          <a:rPr lang="fr-FR" b="0" i="1" noProof="0" smtClean="0">
                            <a:latin typeface="Cambria Math" panose="02040503050406030204" pitchFamily="18" charset="0"/>
                          </a:rPr>
                          <m:t>𝐶</m:t>
                        </m:r>
                      </m:e>
                      <m:sub>
                        <m:r>
                          <a:rPr lang="fr-FR" b="0" i="1" noProof="0" smtClean="0">
                            <a:latin typeface="Cambria Math" panose="02040503050406030204" pitchFamily="18" charset="0"/>
                          </a:rPr>
                          <m:t>𝑒</m:t>
                        </m:r>
                      </m:sub>
                    </m:sSub>
                  </m:oMath>
                </a14:m>
                <a:endParaRPr lang="fr-FR" noProof="0" dirty="0"/>
              </a:p>
            </p:txBody>
          </p:sp>
        </mc:Choice>
        <mc:Fallback xmlns="">
          <p:sp>
            <p:nvSpPr>
              <p:cNvPr id="3" name="Espace réservé du contenu 2">
                <a:extLst>
                  <a:ext uri="{FF2B5EF4-FFF2-40B4-BE49-F238E27FC236}">
                    <a16:creationId xmlns:a16="http://schemas.microsoft.com/office/drawing/2014/main" id="{EEAE4511-35CA-310B-04A1-89AAE17EF01D}"/>
                  </a:ext>
                </a:extLst>
              </p:cNvPr>
              <p:cNvSpPr>
                <a:spLocks noGrp="1" noRot="1" noChangeAspect="1" noMove="1" noResize="1" noEditPoints="1" noAdjustHandles="1" noChangeArrowheads="1" noChangeShapeType="1" noTextEdit="1"/>
              </p:cNvSpPr>
              <p:nvPr>
                <p:ph idx="1"/>
              </p:nvPr>
            </p:nvSpPr>
            <p:spPr>
              <a:xfrm>
                <a:off x="838199" y="1465006"/>
                <a:ext cx="10645878" cy="4807975"/>
              </a:xfrm>
              <a:blipFill>
                <a:blip r:embed="rId2"/>
                <a:stretch>
                  <a:fillRect l="-973"/>
                </a:stretch>
              </a:blipFill>
            </p:spPr>
            <p:txBody>
              <a:bodyPr/>
              <a:lstStyle/>
              <a:p>
                <a:r>
                  <a:rPr lang="fr-FR">
                    <a:noFill/>
                  </a:rPr>
                  <a:t> </a:t>
                </a:r>
              </a:p>
            </p:txBody>
          </p:sp>
        </mc:Fallback>
      </mc:AlternateContent>
      <p:sp>
        <p:nvSpPr>
          <p:cNvPr id="4" name="Titre 1">
            <a:extLst>
              <a:ext uri="{FF2B5EF4-FFF2-40B4-BE49-F238E27FC236}">
                <a16:creationId xmlns:a16="http://schemas.microsoft.com/office/drawing/2014/main" id="{CD5D4174-5671-2FDC-55EC-7EC6BA508FB7}"/>
              </a:ext>
            </a:extLst>
          </p:cNvPr>
          <p:cNvSpPr txBox="1">
            <a:spLocks/>
          </p:cNvSpPr>
          <p:nvPr/>
        </p:nvSpPr>
        <p:spPr>
          <a:xfrm>
            <a:off x="838199"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noProof="0" dirty="0"/>
              <a:t>B. Résolution analytique  </a:t>
            </a:r>
          </a:p>
        </p:txBody>
      </p:sp>
      <p:cxnSp>
        <p:nvCxnSpPr>
          <p:cNvPr id="5" name="Connecteur droit avec flèche 4">
            <a:extLst>
              <a:ext uri="{FF2B5EF4-FFF2-40B4-BE49-F238E27FC236}">
                <a16:creationId xmlns:a16="http://schemas.microsoft.com/office/drawing/2014/main" id="{2565681D-147C-975B-E586-FEDE1ACE8B80}"/>
              </a:ext>
            </a:extLst>
          </p:cNvPr>
          <p:cNvCxnSpPr/>
          <p:nvPr/>
        </p:nvCxnSpPr>
        <p:spPr>
          <a:xfrm>
            <a:off x="5069940" y="2634558"/>
            <a:ext cx="1376127" cy="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6" name="Connecteur droit avec flèche 5">
            <a:extLst>
              <a:ext uri="{FF2B5EF4-FFF2-40B4-BE49-F238E27FC236}">
                <a16:creationId xmlns:a16="http://schemas.microsoft.com/office/drawing/2014/main" id="{1C38FDFA-0BE2-1A30-B889-8B8889E7EF50}"/>
              </a:ext>
            </a:extLst>
          </p:cNvPr>
          <p:cNvCxnSpPr>
            <a:cxnSpLocks/>
          </p:cNvCxnSpPr>
          <p:nvPr/>
        </p:nvCxnSpPr>
        <p:spPr>
          <a:xfrm>
            <a:off x="4099709" y="4045389"/>
            <a:ext cx="1241835" cy="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8" name="Connecteur droit avec flèche 7">
            <a:extLst>
              <a:ext uri="{FF2B5EF4-FFF2-40B4-BE49-F238E27FC236}">
                <a16:creationId xmlns:a16="http://schemas.microsoft.com/office/drawing/2014/main" id="{1AC58FB8-BBC4-93A9-D6EC-B16FEB93DDF3}"/>
              </a:ext>
            </a:extLst>
          </p:cNvPr>
          <p:cNvCxnSpPr>
            <a:cxnSpLocks/>
          </p:cNvCxnSpPr>
          <p:nvPr/>
        </p:nvCxnSpPr>
        <p:spPr>
          <a:xfrm>
            <a:off x="4568981" y="5429060"/>
            <a:ext cx="1241835" cy="0"/>
          </a:xfrm>
          <a:prstGeom prst="straightConnector1">
            <a:avLst/>
          </a:prstGeom>
          <a:ln w="38100">
            <a:tailEnd type="triangle"/>
          </a:ln>
        </p:spPr>
        <p:style>
          <a:lnRef idx="2">
            <a:schemeClr val="accent6"/>
          </a:lnRef>
          <a:fillRef idx="0">
            <a:schemeClr val="accent6"/>
          </a:fillRef>
          <a:effectRef idx="1">
            <a:schemeClr val="accent6"/>
          </a:effectRef>
          <a:fontRef idx="minor">
            <a:schemeClr val="tx1"/>
          </a:fontRef>
        </p:style>
      </p:cxnSp>
      <p:sp>
        <p:nvSpPr>
          <p:cNvPr id="9" name="Rectangle 8">
            <a:extLst>
              <a:ext uri="{FF2B5EF4-FFF2-40B4-BE49-F238E27FC236}">
                <a16:creationId xmlns:a16="http://schemas.microsoft.com/office/drawing/2014/main" id="{541EBAB5-C377-DB14-72DD-9FD67C6084D7}"/>
              </a:ext>
            </a:extLst>
          </p:cNvPr>
          <p:cNvSpPr/>
          <p:nvPr/>
        </p:nvSpPr>
        <p:spPr>
          <a:xfrm>
            <a:off x="6673158" y="4980307"/>
            <a:ext cx="4680641" cy="825373"/>
          </a:xfrm>
          <a:prstGeom prst="rect">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Tree>
    <p:extLst>
      <p:ext uri="{BB962C8B-B14F-4D97-AF65-F5344CB8AC3E}">
        <p14:creationId xmlns:p14="http://schemas.microsoft.com/office/powerpoint/2010/main" val="35865406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A4B4F-5B0B-48FA-73A3-D5726809E037}"/>
              </a:ext>
            </a:extLst>
          </p:cNvPr>
          <p:cNvSpPr>
            <a:spLocks noGrp="1"/>
          </p:cNvSpPr>
          <p:nvPr>
            <p:ph type="title"/>
          </p:nvPr>
        </p:nvSpPr>
        <p:spPr/>
        <p:txBody>
          <a:bodyPr/>
          <a:lstStyle/>
          <a:p>
            <a:r>
              <a:rPr lang="fr-FR" noProof="0" dirty="0"/>
              <a:t>C. Discrétisation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F4EDC2E-B6C1-2724-2DD7-423FDD35D3D0}"/>
                  </a:ext>
                </a:extLst>
              </p:cNvPr>
              <p:cNvSpPr>
                <a:spLocks noGrp="1"/>
              </p:cNvSpPr>
              <p:nvPr>
                <p:ph idx="1"/>
              </p:nvPr>
            </p:nvSpPr>
            <p:spPr/>
            <p:txBody>
              <a:bodyPr/>
              <a:lstStyle/>
              <a:p>
                <a:r>
                  <a:rPr lang="fr-FR" noProof="0" dirty="0"/>
                  <a:t>I =1 :   </a:t>
                </a:r>
                <a14:m>
                  <m:oMath xmlns:m="http://schemas.openxmlformats.org/officeDocument/2006/math">
                    <m:f>
                      <m:fPr>
                        <m:ctrlPr>
                          <a:rPr lang="fr-FR" b="0" i="1" noProof="0" smtClean="0">
                            <a:latin typeface="Cambria Math" panose="02040503050406030204" pitchFamily="18" charset="0"/>
                          </a:rPr>
                        </m:ctrlPr>
                      </m:fPr>
                      <m:num>
                        <m:sSub>
                          <m:sSubPr>
                            <m:ctrlPr>
                              <a:rPr lang="fr-FR" b="0" i="1" noProof="0" smtClean="0">
                                <a:latin typeface="Cambria Math" panose="02040503050406030204" pitchFamily="18" charset="0"/>
                              </a:rPr>
                            </m:ctrlPr>
                          </m:sSubPr>
                          <m:e>
                            <m:r>
                              <m:rPr>
                                <m:sty m:val="p"/>
                              </m:rPr>
                              <a:rPr lang="fr-FR" noProof="0" smtClean="0">
                                <a:latin typeface="Cambria Math" panose="02040503050406030204" pitchFamily="18" charset="0"/>
                              </a:rPr>
                              <m:t>d</m:t>
                            </m:r>
                            <m:r>
                              <m:rPr>
                                <m:sty m:val="p"/>
                              </m:rPr>
                              <a:rPr lang="fr-FR" b="0" i="0" noProof="0" smtClean="0">
                                <a:latin typeface="Cambria Math" panose="02040503050406030204" pitchFamily="18" charset="0"/>
                              </a:rPr>
                              <m:t>C</m:t>
                            </m:r>
                          </m:e>
                          <m:sub>
                            <m:r>
                              <a:rPr lang="fr-FR" b="0" i="1" noProof="0" smtClean="0">
                                <a:latin typeface="Cambria Math" panose="02040503050406030204" pitchFamily="18" charset="0"/>
                              </a:rPr>
                              <m:t>1</m:t>
                            </m:r>
                          </m:sub>
                        </m:sSub>
                      </m:num>
                      <m:den>
                        <m:r>
                          <a:rPr lang="fr-FR" b="0" i="1" noProof="0" smtClean="0">
                            <a:latin typeface="Cambria Math" panose="02040503050406030204" pitchFamily="18" charset="0"/>
                          </a:rPr>
                          <m:t>𝑑𝑟</m:t>
                        </m:r>
                      </m:den>
                    </m:f>
                    <m:r>
                      <a:rPr lang="fr-FR" b="0" i="1" noProof="0" smtClean="0">
                        <a:latin typeface="Cambria Math" panose="02040503050406030204" pitchFamily="18" charset="0"/>
                      </a:rPr>
                      <m:t>=0 →</m:t>
                    </m:r>
                    <m:f>
                      <m:fPr>
                        <m:ctrlPr>
                          <a:rPr lang="fr-FR" b="0" i="1" noProof="0" smtClean="0">
                            <a:latin typeface="Cambria Math" panose="02040503050406030204" pitchFamily="18" charset="0"/>
                          </a:rPr>
                        </m:ctrlPr>
                      </m:fPr>
                      <m:num>
                        <m:sSub>
                          <m:sSubPr>
                            <m:ctrlPr>
                              <a:rPr lang="fr-FR" b="0" i="1" noProof="0" smtClean="0">
                                <a:latin typeface="Cambria Math" panose="02040503050406030204" pitchFamily="18" charset="0"/>
                              </a:rPr>
                            </m:ctrlPr>
                          </m:sSubPr>
                          <m:e>
                            <m:r>
                              <a:rPr lang="fr-FR" b="0" i="1" noProof="0" smtClean="0">
                                <a:latin typeface="Cambria Math" panose="02040503050406030204" pitchFamily="18" charset="0"/>
                              </a:rPr>
                              <m:t>𝐶</m:t>
                            </m:r>
                          </m:e>
                          <m:sub>
                            <m:r>
                              <a:rPr lang="fr-FR" b="0" i="1" noProof="0" smtClean="0">
                                <a:latin typeface="Cambria Math" panose="02040503050406030204" pitchFamily="18" charset="0"/>
                              </a:rPr>
                              <m:t>2</m:t>
                            </m:r>
                          </m:sub>
                        </m:sSub>
                        <m:r>
                          <a:rPr lang="fr-FR" b="0" i="1" noProof="0" smtClean="0">
                            <a:latin typeface="Cambria Math" panose="02040503050406030204" pitchFamily="18" charset="0"/>
                          </a:rPr>
                          <m:t>−</m:t>
                        </m:r>
                        <m:sSub>
                          <m:sSubPr>
                            <m:ctrlPr>
                              <a:rPr lang="fr-FR" b="0" i="1" noProof="0" smtClean="0">
                                <a:latin typeface="Cambria Math" panose="02040503050406030204" pitchFamily="18" charset="0"/>
                              </a:rPr>
                            </m:ctrlPr>
                          </m:sSubPr>
                          <m:e>
                            <m:r>
                              <a:rPr lang="fr-FR" b="0" i="1" noProof="0" smtClean="0">
                                <a:latin typeface="Cambria Math" panose="02040503050406030204" pitchFamily="18" charset="0"/>
                              </a:rPr>
                              <m:t>𝐶</m:t>
                            </m:r>
                          </m:e>
                          <m:sub>
                            <m:r>
                              <a:rPr lang="fr-FR" b="0" i="1" noProof="0" smtClean="0">
                                <a:latin typeface="Cambria Math" panose="02040503050406030204" pitchFamily="18" charset="0"/>
                              </a:rPr>
                              <m:t>1</m:t>
                            </m:r>
                          </m:sub>
                        </m:sSub>
                      </m:num>
                      <m:den>
                        <m:r>
                          <a:rPr lang="fr-FR" b="0" i="1" noProof="0" smtClean="0">
                            <a:latin typeface="Cambria Math" panose="02040503050406030204" pitchFamily="18" charset="0"/>
                            <a:ea typeface="Cambria Math" panose="02040503050406030204" pitchFamily="18" charset="0"/>
                          </a:rPr>
                          <m:t>∆</m:t>
                        </m:r>
                        <m:r>
                          <a:rPr lang="fr-FR" b="0" i="1" noProof="0" smtClean="0">
                            <a:latin typeface="Cambria Math" panose="02040503050406030204" pitchFamily="18" charset="0"/>
                            <a:ea typeface="Cambria Math" panose="02040503050406030204" pitchFamily="18" charset="0"/>
                          </a:rPr>
                          <m:t>𝑟</m:t>
                        </m:r>
                      </m:den>
                    </m:f>
                    <m:sSub>
                      <m:sSubPr>
                        <m:ctrlPr>
                          <a:rPr lang="fr-FR" b="0" i="1" noProof="0" smtClean="0">
                            <a:latin typeface="Cambria Math" panose="02040503050406030204" pitchFamily="18" charset="0"/>
                          </a:rPr>
                        </m:ctrlPr>
                      </m:sSubPr>
                      <m:e>
                        <m:r>
                          <a:rPr lang="fr-FR" b="0" i="1" noProof="0" smtClean="0">
                            <a:latin typeface="Cambria Math" panose="02040503050406030204" pitchFamily="18" charset="0"/>
                          </a:rPr>
                          <m:t>=0 →  </m:t>
                        </m:r>
                        <m:r>
                          <a:rPr lang="fr-FR" b="0" i="1" noProof="0" smtClean="0">
                            <a:latin typeface="Cambria Math" panose="02040503050406030204" pitchFamily="18" charset="0"/>
                          </a:rPr>
                          <m:t>𝐶</m:t>
                        </m:r>
                      </m:e>
                      <m:sub>
                        <m:r>
                          <a:rPr lang="fr-FR" b="0" i="1" noProof="0" smtClean="0">
                            <a:latin typeface="Cambria Math" panose="02040503050406030204" pitchFamily="18" charset="0"/>
                          </a:rPr>
                          <m:t>1</m:t>
                        </m:r>
                      </m:sub>
                    </m:sSub>
                    <m:r>
                      <a:rPr lang="fr-FR" b="0" i="1" noProof="0" smtClean="0">
                        <a:latin typeface="Cambria Math" panose="02040503050406030204" pitchFamily="18" charset="0"/>
                      </a:rPr>
                      <m:t>=</m:t>
                    </m:r>
                    <m:sSub>
                      <m:sSubPr>
                        <m:ctrlPr>
                          <a:rPr lang="fr-FR" b="0" i="1" noProof="0" smtClean="0">
                            <a:latin typeface="Cambria Math" panose="02040503050406030204" pitchFamily="18" charset="0"/>
                          </a:rPr>
                        </m:ctrlPr>
                      </m:sSubPr>
                      <m:e>
                        <m:r>
                          <a:rPr lang="fr-FR" b="0" i="1" noProof="0" smtClean="0">
                            <a:latin typeface="Cambria Math" panose="02040503050406030204" pitchFamily="18" charset="0"/>
                          </a:rPr>
                          <m:t>𝐶</m:t>
                        </m:r>
                      </m:e>
                      <m:sub>
                        <m:r>
                          <a:rPr lang="fr-FR" b="0" i="1" noProof="0" smtClean="0">
                            <a:latin typeface="Cambria Math" panose="02040503050406030204" pitchFamily="18" charset="0"/>
                          </a:rPr>
                          <m:t>2</m:t>
                        </m:r>
                      </m:sub>
                    </m:sSub>
                  </m:oMath>
                </a14:m>
                <a:endParaRPr lang="fr-FR" noProof="0" dirty="0"/>
              </a:p>
              <a:p>
                <a:r>
                  <a:rPr lang="fr-FR" noProof="0" dirty="0"/>
                  <a:t>I = 2 :  </a:t>
                </a:r>
                <a14:m>
                  <m:oMath xmlns:m="http://schemas.openxmlformats.org/officeDocument/2006/math">
                    <m:f>
                      <m:fPr>
                        <m:ctrlPr>
                          <a:rPr lang="fr-FR" i="1" noProof="0" smtClean="0">
                            <a:latin typeface="Cambria Math" panose="02040503050406030204" pitchFamily="18" charset="0"/>
                          </a:rPr>
                        </m:ctrlPr>
                      </m:fPr>
                      <m:num>
                        <m:r>
                          <m:rPr>
                            <m:sty m:val="p"/>
                          </m:rPr>
                          <a:rPr lang="fr-FR" b="0" i="1" noProof="0" smtClean="0">
                            <a:latin typeface="Cambria Math" panose="02040503050406030204" pitchFamily="18" charset="0"/>
                          </a:rPr>
                          <m:t>S</m:t>
                        </m:r>
                      </m:num>
                      <m:den>
                        <m:sSub>
                          <m:sSubPr>
                            <m:ctrlPr>
                              <a:rPr lang="fr-FR" b="0" i="1" noProof="0" smtClean="0">
                                <a:latin typeface="Cambria Math" panose="02040503050406030204" pitchFamily="18" charset="0"/>
                              </a:rPr>
                            </m:ctrlPr>
                          </m:sSubPr>
                          <m:e>
                            <m:r>
                              <a:rPr lang="fr-FR" b="0" i="1" noProof="0" smtClean="0">
                                <a:latin typeface="Cambria Math" panose="02040503050406030204" pitchFamily="18" charset="0"/>
                              </a:rPr>
                              <m:t>𝐷</m:t>
                            </m:r>
                          </m:e>
                          <m:sub>
                            <m:r>
                              <a:rPr lang="fr-FR" b="0" i="1" noProof="0" smtClean="0">
                                <a:latin typeface="Cambria Math" panose="02040503050406030204" pitchFamily="18" charset="0"/>
                              </a:rPr>
                              <m:t>𝑒𝑓𝑓</m:t>
                            </m:r>
                          </m:sub>
                        </m:sSub>
                      </m:den>
                    </m:f>
                    <m:r>
                      <a:rPr lang="fr-FR" b="0" i="1" noProof="0" smtClean="0">
                        <a:latin typeface="Cambria Math" panose="02040503050406030204" pitchFamily="18" charset="0"/>
                      </a:rPr>
                      <m:t>= </m:t>
                    </m:r>
                    <m:f>
                      <m:fPr>
                        <m:ctrlPr>
                          <a:rPr lang="fr-FR" b="0" i="1" noProof="0" smtClean="0">
                            <a:latin typeface="Cambria Math" panose="02040503050406030204" pitchFamily="18" charset="0"/>
                          </a:rPr>
                        </m:ctrlPr>
                      </m:fPr>
                      <m:num>
                        <m:r>
                          <a:rPr lang="fr-FR" b="0" i="1" noProof="0" smtClean="0">
                            <a:latin typeface="Cambria Math" panose="02040503050406030204" pitchFamily="18" charset="0"/>
                          </a:rPr>
                          <m:t>2</m:t>
                        </m:r>
                        <m:sSub>
                          <m:sSubPr>
                            <m:ctrlPr>
                              <a:rPr lang="fr-FR" b="0" i="1" noProof="0" smtClean="0">
                                <a:latin typeface="Cambria Math" panose="02040503050406030204" pitchFamily="18" charset="0"/>
                              </a:rPr>
                            </m:ctrlPr>
                          </m:sSubPr>
                          <m:e>
                            <m:r>
                              <a:rPr lang="fr-FR" b="0" i="1" noProof="0" smtClean="0">
                                <a:latin typeface="Cambria Math" panose="02040503050406030204" pitchFamily="18" charset="0"/>
                              </a:rPr>
                              <m:t>𝐶</m:t>
                            </m:r>
                          </m:e>
                          <m:sub>
                            <m:r>
                              <a:rPr lang="fr-FR" b="0" i="1" noProof="0" smtClean="0">
                                <a:latin typeface="Cambria Math" panose="02040503050406030204" pitchFamily="18" charset="0"/>
                              </a:rPr>
                              <m:t>3</m:t>
                            </m:r>
                          </m:sub>
                        </m:sSub>
                        <m:r>
                          <a:rPr lang="fr-FR" b="0" i="1" noProof="0" smtClean="0">
                            <a:latin typeface="Cambria Math" panose="02040503050406030204" pitchFamily="18" charset="0"/>
                          </a:rPr>
                          <m:t>−3</m:t>
                        </m:r>
                        <m:sSub>
                          <m:sSubPr>
                            <m:ctrlPr>
                              <a:rPr lang="fr-FR" b="0" i="1" noProof="0" smtClean="0">
                                <a:latin typeface="Cambria Math" panose="02040503050406030204" pitchFamily="18" charset="0"/>
                              </a:rPr>
                            </m:ctrlPr>
                          </m:sSubPr>
                          <m:e>
                            <m:r>
                              <a:rPr lang="fr-FR" b="0" i="1" noProof="0" smtClean="0">
                                <a:latin typeface="Cambria Math" panose="02040503050406030204" pitchFamily="18" charset="0"/>
                              </a:rPr>
                              <m:t>𝐶</m:t>
                            </m:r>
                          </m:e>
                          <m:sub>
                            <m:r>
                              <a:rPr lang="fr-FR" b="0" i="1" noProof="0" smtClean="0">
                                <a:latin typeface="Cambria Math" panose="02040503050406030204" pitchFamily="18" charset="0"/>
                              </a:rPr>
                              <m:t>2</m:t>
                            </m:r>
                          </m:sub>
                        </m:sSub>
                        <m:r>
                          <a:rPr lang="fr-FR" b="0" i="1" noProof="0" smtClean="0">
                            <a:latin typeface="Cambria Math" panose="02040503050406030204" pitchFamily="18" charset="0"/>
                          </a:rPr>
                          <m:t>+</m:t>
                        </m:r>
                        <m:sSub>
                          <m:sSubPr>
                            <m:ctrlPr>
                              <a:rPr lang="fr-FR" b="0" i="1" noProof="0" smtClean="0">
                                <a:latin typeface="Cambria Math" panose="02040503050406030204" pitchFamily="18" charset="0"/>
                              </a:rPr>
                            </m:ctrlPr>
                          </m:sSubPr>
                          <m:e>
                            <m:r>
                              <a:rPr lang="fr-FR" b="0" i="1" noProof="0" smtClean="0">
                                <a:latin typeface="Cambria Math" panose="02040503050406030204" pitchFamily="18" charset="0"/>
                              </a:rPr>
                              <m:t>𝐶</m:t>
                            </m:r>
                          </m:e>
                          <m:sub>
                            <m:r>
                              <a:rPr lang="fr-FR" b="0" i="1" noProof="0" smtClean="0">
                                <a:latin typeface="Cambria Math" panose="02040503050406030204" pitchFamily="18" charset="0"/>
                              </a:rPr>
                              <m:t>1</m:t>
                            </m:r>
                          </m:sub>
                        </m:sSub>
                      </m:num>
                      <m:den>
                        <m:r>
                          <a:rPr lang="fr-FR" b="0" i="1" noProof="0" smtClean="0">
                            <a:latin typeface="Cambria Math" panose="02040503050406030204" pitchFamily="18" charset="0"/>
                          </a:rPr>
                          <m:t>0,01</m:t>
                        </m:r>
                      </m:den>
                    </m:f>
                  </m:oMath>
                </a14:m>
                <a:endParaRPr lang="fr-FR" noProof="0" dirty="0"/>
              </a:p>
              <a:p>
                <a:r>
                  <a:rPr lang="fr-FR" noProof="0" dirty="0"/>
                  <a:t>I = 3 :  </a:t>
                </a:r>
                <a14:m>
                  <m:oMath xmlns:m="http://schemas.openxmlformats.org/officeDocument/2006/math">
                    <m:f>
                      <m:fPr>
                        <m:ctrlPr>
                          <a:rPr lang="fr-FR" i="1" noProof="0">
                            <a:latin typeface="Cambria Math" panose="02040503050406030204" pitchFamily="18" charset="0"/>
                          </a:rPr>
                        </m:ctrlPr>
                      </m:fPr>
                      <m:num>
                        <m:r>
                          <m:rPr>
                            <m:sty m:val="p"/>
                          </m:rPr>
                          <a:rPr lang="fr-FR" i="1" noProof="0">
                            <a:latin typeface="Cambria Math" panose="02040503050406030204" pitchFamily="18" charset="0"/>
                          </a:rPr>
                          <m:t>S</m:t>
                        </m:r>
                      </m:num>
                      <m:den>
                        <m:sSub>
                          <m:sSubPr>
                            <m:ctrlPr>
                              <a:rPr lang="fr-FR" i="1" noProof="0">
                                <a:latin typeface="Cambria Math" panose="02040503050406030204" pitchFamily="18" charset="0"/>
                              </a:rPr>
                            </m:ctrlPr>
                          </m:sSubPr>
                          <m:e>
                            <m:r>
                              <a:rPr lang="fr-FR" i="1" noProof="0">
                                <a:latin typeface="Cambria Math" panose="02040503050406030204" pitchFamily="18" charset="0"/>
                              </a:rPr>
                              <m:t>𝐷</m:t>
                            </m:r>
                          </m:e>
                          <m:sub>
                            <m:r>
                              <a:rPr lang="fr-FR" i="1" noProof="0">
                                <a:latin typeface="Cambria Math" panose="02040503050406030204" pitchFamily="18" charset="0"/>
                              </a:rPr>
                              <m:t>𝑒𝑓𝑓</m:t>
                            </m:r>
                          </m:sub>
                        </m:sSub>
                      </m:den>
                    </m:f>
                    <m:r>
                      <a:rPr lang="fr-FR" i="1" noProof="0">
                        <a:latin typeface="Cambria Math" panose="02040503050406030204" pitchFamily="18" charset="0"/>
                      </a:rPr>
                      <m:t>= </m:t>
                    </m:r>
                    <m:f>
                      <m:fPr>
                        <m:ctrlPr>
                          <a:rPr lang="fr-FR" i="1" noProof="0">
                            <a:latin typeface="Cambria Math" panose="02040503050406030204" pitchFamily="18" charset="0"/>
                          </a:rPr>
                        </m:ctrlPr>
                      </m:fPr>
                      <m:num>
                        <m:r>
                          <a:rPr lang="fr-FR" b="0" i="1" noProof="0" smtClean="0">
                            <a:latin typeface="Cambria Math" panose="02040503050406030204" pitchFamily="18" charset="0"/>
                          </a:rPr>
                          <m:t>3</m:t>
                        </m:r>
                        <m:sSub>
                          <m:sSubPr>
                            <m:ctrlPr>
                              <a:rPr lang="fr-FR" i="1" noProof="0">
                                <a:latin typeface="Cambria Math" panose="02040503050406030204" pitchFamily="18" charset="0"/>
                              </a:rPr>
                            </m:ctrlPr>
                          </m:sSubPr>
                          <m:e>
                            <m:r>
                              <a:rPr lang="fr-FR" i="1" noProof="0">
                                <a:latin typeface="Cambria Math" panose="02040503050406030204" pitchFamily="18" charset="0"/>
                              </a:rPr>
                              <m:t>𝐶</m:t>
                            </m:r>
                          </m:e>
                          <m:sub>
                            <m:r>
                              <a:rPr lang="fr-FR" b="0" i="1" noProof="0" smtClean="0">
                                <a:latin typeface="Cambria Math" panose="02040503050406030204" pitchFamily="18" charset="0"/>
                              </a:rPr>
                              <m:t>4</m:t>
                            </m:r>
                          </m:sub>
                        </m:sSub>
                        <m:r>
                          <a:rPr lang="fr-FR" i="1" noProof="0">
                            <a:latin typeface="Cambria Math" panose="02040503050406030204" pitchFamily="18" charset="0"/>
                          </a:rPr>
                          <m:t>−</m:t>
                        </m:r>
                        <m:r>
                          <a:rPr lang="fr-FR" b="0" i="1" noProof="0" smtClean="0">
                            <a:latin typeface="Cambria Math" panose="02040503050406030204" pitchFamily="18" charset="0"/>
                          </a:rPr>
                          <m:t>5</m:t>
                        </m:r>
                        <m:sSub>
                          <m:sSubPr>
                            <m:ctrlPr>
                              <a:rPr lang="fr-FR" i="1" noProof="0" smtClean="0">
                                <a:latin typeface="Cambria Math" panose="02040503050406030204" pitchFamily="18" charset="0"/>
                              </a:rPr>
                            </m:ctrlPr>
                          </m:sSubPr>
                          <m:e>
                            <m:r>
                              <a:rPr lang="fr-FR" i="1" noProof="0">
                                <a:latin typeface="Cambria Math" panose="02040503050406030204" pitchFamily="18" charset="0"/>
                              </a:rPr>
                              <m:t>𝐶</m:t>
                            </m:r>
                          </m:e>
                          <m:sub>
                            <m:r>
                              <a:rPr lang="fr-FR" b="0" i="1" noProof="0" smtClean="0">
                                <a:latin typeface="Cambria Math" panose="02040503050406030204" pitchFamily="18" charset="0"/>
                              </a:rPr>
                              <m:t>3</m:t>
                            </m:r>
                          </m:sub>
                        </m:sSub>
                        <m:r>
                          <a:rPr lang="fr-FR" i="1" noProof="0">
                            <a:latin typeface="Cambria Math" panose="02040503050406030204" pitchFamily="18" charset="0"/>
                          </a:rPr>
                          <m:t>+</m:t>
                        </m:r>
                        <m:r>
                          <a:rPr lang="fr-FR" b="0" i="1" noProof="0" smtClean="0">
                            <a:latin typeface="Cambria Math" panose="02040503050406030204" pitchFamily="18" charset="0"/>
                          </a:rPr>
                          <m:t>2</m:t>
                        </m:r>
                        <m:sSub>
                          <m:sSubPr>
                            <m:ctrlPr>
                              <a:rPr lang="fr-FR" i="1" noProof="0">
                                <a:latin typeface="Cambria Math" panose="02040503050406030204" pitchFamily="18" charset="0"/>
                              </a:rPr>
                            </m:ctrlPr>
                          </m:sSubPr>
                          <m:e>
                            <m:r>
                              <a:rPr lang="fr-FR" i="1" noProof="0">
                                <a:latin typeface="Cambria Math" panose="02040503050406030204" pitchFamily="18" charset="0"/>
                              </a:rPr>
                              <m:t>𝐶</m:t>
                            </m:r>
                          </m:e>
                          <m:sub>
                            <m:r>
                              <a:rPr lang="fr-FR" b="0" i="1" noProof="0" smtClean="0">
                                <a:latin typeface="Cambria Math" panose="02040503050406030204" pitchFamily="18" charset="0"/>
                              </a:rPr>
                              <m:t>2</m:t>
                            </m:r>
                          </m:sub>
                        </m:sSub>
                      </m:num>
                      <m:den>
                        <m:r>
                          <a:rPr lang="fr-FR" i="1" noProof="0">
                            <a:latin typeface="Cambria Math" panose="02040503050406030204" pitchFamily="18" charset="0"/>
                          </a:rPr>
                          <m:t>0,0</m:t>
                        </m:r>
                        <m:r>
                          <a:rPr lang="fr-FR" b="0" i="1" noProof="0" smtClean="0">
                            <a:latin typeface="Cambria Math" panose="02040503050406030204" pitchFamily="18" charset="0"/>
                          </a:rPr>
                          <m:t>2</m:t>
                        </m:r>
                      </m:den>
                    </m:f>
                  </m:oMath>
                </a14:m>
                <a:endParaRPr lang="fr-FR" noProof="0" dirty="0"/>
              </a:p>
              <a:p>
                <a:r>
                  <a:rPr lang="fr-FR" noProof="0" dirty="0"/>
                  <a:t>I = 4 :  </a:t>
                </a:r>
                <a14:m>
                  <m:oMath xmlns:m="http://schemas.openxmlformats.org/officeDocument/2006/math">
                    <m:f>
                      <m:fPr>
                        <m:ctrlPr>
                          <a:rPr lang="fr-FR" i="1" noProof="0">
                            <a:latin typeface="Cambria Math" panose="02040503050406030204" pitchFamily="18" charset="0"/>
                          </a:rPr>
                        </m:ctrlPr>
                      </m:fPr>
                      <m:num>
                        <m:r>
                          <m:rPr>
                            <m:sty m:val="p"/>
                          </m:rPr>
                          <a:rPr lang="fr-FR" i="1" noProof="0">
                            <a:latin typeface="Cambria Math" panose="02040503050406030204" pitchFamily="18" charset="0"/>
                          </a:rPr>
                          <m:t>S</m:t>
                        </m:r>
                      </m:num>
                      <m:den>
                        <m:sSub>
                          <m:sSubPr>
                            <m:ctrlPr>
                              <a:rPr lang="fr-FR" i="1" noProof="0">
                                <a:latin typeface="Cambria Math" panose="02040503050406030204" pitchFamily="18" charset="0"/>
                              </a:rPr>
                            </m:ctrlPr>
                          </m:sSubPr>
                          <m:e>
                            <m:r>
                              <a:rPr lang="fr-FR" i="1" noProof="0">
                                <a:latin typeface="Cambria Math" panose="02040503050406030204" pitchFamily="18" charset="0"/>
                              </a:rPr>
                              <m:t>𝐷</m:t>
                            </m:r>
                          </m:e>
                          <m:sub>
                            <m:r>
                              <a:rPr lang="fr-FR" i="1" noProof="0">
                                <a:latin typeface="Cambria Math" panose="02040503050406030204" pitchFamily="18" charset="0"/>
                              </a:rPr>
                              <m:t>𝑒𝑓𝑓</m:t>
                            </m:r>
                          </m:sub>
                        </m:sSub>
                      </m:den>
                    </m:f>
                    <m:r>
                      <a:rPr lang="fr-FR" i="1" noProof="0">
                        <a:latin typeface="Cambria Math" panose="02040503050406030204" pitchFamily="18" charset="0"/>
                      </a:rPr>
                      <m:t>= </m:t>
                    </m:r>
                    <m:f>
                      <m:fPr>
                        <m:ctrlPr>
                          <a:rPr lang="fr-FR" i="1" noProof="0">
                            <a:latin typeface="Cambria Math" panose="02040503050406030204" pitchFamily="18" charset="0"/>
                          </a:rPr>
                        </m:ctrlPr>
                      </m:fPr>
                      <m:num>
                        <m:r>
                          <a:rPr lang="fr-FR" b="0" i="1" noProof="0" smtClean="0">
                            <a:latin typeface="Cambria Math" panose="02040503050406030204" pitchFamily="18" charset="0"/>
                          </a:rPr>
                          <m:t>4</m:t>
                        </m:r>
                        <m:sSub>
                          <m:sSubPr>
                            <m:ctrlPr>
                              <a:rPr lang="fr-FR" i="1" noProof="0">
                                <a:latin typeface="Cambria Math" panose="02040503050406030204" pitchFamily="18" charset="0"/>
                              </a:rPr>
                            </m:ctrlPr>
                          </m:sSubPr>
                          <m:e>
                            <m:r>
                              <a:rPr lang="fr-FR" i="1" noProof="0">
                                <a:latin typeface="Cambria Math" panose="02040503050406030204" pitchFamily="18" charset="0"/>
                              </a:rPr>
                              <m:t>𝐶</m:t>
                            </m:r>
                          </m:e>
                          <m:sub>
                            <m:r>
                              <a:rPr lang="fr-FR" b="0" i="1" noProof="0" smtClean="0">
                                <a:latin typeface="Cambria Math" panose="02040503050406030204" pitchFamily="18" charset="0"/>
                              </a:rPr>
                              <m:t>5</m:t>
                            </m:r>
                          </m:sub>
                        </m:sSub>
                        <m:r>
                          <a:rPr lang="fr-FR" i="1" noProof="0">
                            <a:latin typeface="Cambria Math" panose="02040503050406030204" pitchFamily="18" charset="0"/>
                          </a:rPr>
                          <m:t>−</m:t>
                        </m:r>
                        <m:r>
                          <a:rPr lang="fr-FR" b="0" i="1" noProof="0" smtClean="0">
                            <a:latin typeface="Cambria Math" panose="02040503050406030204" pitchFamily="18" charset="0"/>
                          </a:rPr>
                          <m:t>7</m:t>
                        </m:r>
                        <m:sSub>
                          <m:sSubPr>
                            <m:ctrlPr>
                              <a:rPr lang="fr-FR" i="1" noProof="0" smtClean="0">
                                <a:latin typeface="Cambria Math" panose="02040503050406030204" pitchFamily="18" charset="0"/>
                              </a:rPr>
                            </m:ctrlPr>
                          </m:sSubPr>
                          <m:e>
                            <m:r>
                              <a:rPr lang="fr-FR" i="1" noProof="0">
                                <a:latin typeface="Cambria Math" panose="02040503050406030204" pitchFamily="18" charset="0"/>
                              </a:rPr>
                              <m:t>𝐶</m:t>
                            </m:r>
                          </m:e>
                          <m:sub>
                            <m:r>
                              <a:rPr lang="fr-FR" b="0" i="1" noProof="0" smtClean="0">
                                <a:latin typeface="Cambria Math" panose="02040503050406030204" pitchFamily="18" charset="0"/>
                              </a:rPr>
                              <m:t>4</m:t>
                            </m:r>
                          </m:sub>
                        </m:sSub>
                        <m:r>
                          <a:rPr lang="fr-FR" i="1" noProof="0">
                            <a:latin typeface="Cambria Math" panose="02040503050406030204" pitchFamily="18" charset="0"/>
                          </a:rPr>
                          <m:t>+</m:t>
                        </m:r>
                        <m:r>
                          <a:rPr lang="fr-FR" b="0" i="1" noProof="0" smtClean="0">
                            <a:latin typeface="Cambria Math" panose="02040503050406030204" pitchFamily="18" charset="0"/>
                          </a:rPr>
                          <m:t>3</m:t>
                        </m:r>
                        <m:sSub>
                          <m:sSubPr>
                            <m:ctrlPr>
                              <a:rPr lang="fr-FR" i="1" noProof="0">
                                <a:latin typeface="Cambria Math" panose="02040503050406030204" pitchFamily="18" charset="0"/>
                              </a:rPr>
                            </m:ctrlPr>
                          </m:sSubPr>
                          <m:e>
                            <m:r>
                              <a:rPr lang="fr-FR" i="1" noProof="0">
                                <a:latin typeface="Cambria Math" panose="02040503050406030204" pitchFamily="18" charset="0"/>
                              </a:rPr>
                              <m:t>𝐶</m:t>
                            </m:r>
                          </m:e>
                          <m:sub>
                            <m:r>
                              <a:rPr lang="fr-FR" b="0" i="1" noProof="0" smtClean="0">
                                <a:latin typeface="Cambria Math" panose="02040503050406030204" pitchFamily="18" charset="0"/>
                              </a:rPr>
                              <m:t>3</m:t>
                            </m:r>
                          </m:sub>
                        </m:sSub>
                      </m:num>
                      <m:den>
                        <m:r>
                          <a:rPr lang="fr-FR" i="1" noProof="0">
                            <a:latin typeface="Cambria Math" panose="02040503050406030204" pitchFamily="18" charset="0"/>
                          </a:rPr>
                          <m:t>0,0</m:t>
                        </m:r>
                        <m:r>
                          <a:rPr lang="fr-FR" b="0" i="1" noProof="0" smtClean="0">
                            <a:latin typeface="Cambria Math" panose="02040503050406030204" pitchFamily="18" charset="0"/>
                          </a:rPr>
                          <m:t>3</m:t>
                        </m:r>
                      </m:den>
                    </m:f>
                  </m:oMath>
                </a14:m>
                <a:endParaRPr lang="fr-FR" noProof="0" dirty="0"/>
              </a:p>
              <a:p>
                <a:r>
                  <a:rPr lang="fr-FR" noProof="0" dirty="0"/>
                  <a:t>I = 5 : </a:t>
                </a:r>
                <a14:m>
                  <m:oMath xmlns:m="http://schemas.openxmlformats.org/officeDocument/2006/math">
                    <m:sSub>
                      <m:sSubPr>
                        <m:ctrlPr>
                          <a:rPr lang="fr-FR" b="0" i="1" noProof="0" smtClean="0">
                            <a:latin typeface="Cambria Math" panose="02040503050406030204" pitchFamily="18" charset="0"/>
                          </a:rPr>
                        </m:ctrlPr>
                      </m:sSubPr>
                      <m:e>
                        <m:r>
                          <a:rPr lang="fr-FR" b="0" i="1" noProof="0" smtClean="0">
                            <a:latin typeface="Cambria Math" panose="02040503050406030204" pitchFamily="18" charset="0"/>
                          </a:rPr>
                          <m:t> </m:t>
                        </m:r>
                        <m:r>
                          <a:rPr lang="fr-FR" b="0" i="1" noProof="0" smtClean="0">
                            <a:latin typeface="Cambria Math" panose="02040503050406030204" pitchFamily="18" charset="0"/>
                          </a:rPr>
                          <m:t>𝐶</m:t>
                        </m:r>
                      </m:e>
                      <m:sub>
                        <m:r>
                          <a:rPr lang="fr-FR" b="0" i="1" noProof="0" smtClean="0">
                            <a:latin typeface="Cambria Math" panose="02040503050406030204" pitchFamily="18" charset="0"/>
                          </a:rPr>
                          <m:t>5</m:t>
                        </m:r>
                      </m:sub>
                    </m:sSub>
                    <m:r>
                      <a:rPr lang="fr-FR" b="0" i="1" noProof="0" smtClean="0">
                        <a:latin typeface="Cambria Math" panose="02040503050406030204" pitchFamily="18" charset="0"/>
                      </a:rPr>
                      <m:t>=</m:t>
                    </m:r>
                    <m:sSub>
                      <m:sSubPr>
                        <m:ctrlPr>
                          <a:rPr lang="fr-FR" b="0" i="1" noProof="0" smtClean="0">
                            <a:latin typeface="Cambria Math" panose="02040503050406030204" pitchFamily="18" charset="0"/>
                          </a:rPr>
                        </m:ctrlPr>
                      </m:sSubPr>
                      <m:e>
                        <m:r>
                          <a:rPr lang="fr-FR" b="0" i="1" noProof="0" smtClean="0">
                            <a:latin typeface="Cambria Math" panose="02040503050406030204" pitchFamily="18" charset="0"/>
                          </a:rPr>
                          <m:t>𝐶</m:t>
                        </m:r>
                      </m:e>
                      <m:sub>
                        <m:r>
                          <a:rPr lang="fr-FR" b="0" i="1" noProof="0" smtClean="0">
                            <a:latin typeface="Cambria Math" panose="02040503050406030204" pitchFamily="18" charset="0"/>
                          </a:rPr>
                          <m:t>𝑒</m:t>
                        </m:r>
                      </m:sub>
                    </m:sSub>
                  </m:oMath>
                </a14:m>
                <a:endParaRPr lang="fr-FR" noProof="0" dirty="0"/>
              </a:p>
              <a:p>
                <a:endParaRPr lang="fr-FR" noProof="0" dirty="0"/>
              </a:p>
            </p:txBody>
          </p:sp>
        </mc:Choice>
        <mc:Fallback xmlns="">
          <p:sp>
            <p:nvSpPr>
              <p:cNvPr id="3" name="Content Placeholder 2">
                <a:extLst>
                  <a:ext uri="{FF2B5EF4-FFF2-40B4-BE49-F238E27FC236}">
                    <a16:creationId xmlns:a16="http://schemas.microsoft.com/office/drawing/2014/main" id="{EF4EDC2E-B6C1-2724-2DD7-423FDD35D3D0}"/>
                  </a:ext>
                </a:extLst>
              </p:cNvPr>
              <p:cNvSpPr>
                <a:spLocks noGrp="1" noRot="1" noChangeAspect="1" noMove="1" noResize="1" noEditPoints="1" noAdjustHandles="1" noChangeArrowheads="1" noChangeShapeType="1" noTextEdit="1"/>
              </p:cNvSpPr>
              <p:nvPr>
                <p:ph idx="1"/>
              </p:nvPr>
            </p:nvSpPr>
            <p:spPr>
              <a:blipFill>
                <a:blip r:embed="rId2"/>
                <a:stretch>
                  <a:fillRect l="-1043"/>
                </a:stretch>
              </a:blipFill>
            </p:spPr>
            <p:txBody>
              <a:bodyPr/>
              <a:lstStyle/>
              <a:p>
                <a:r>
                  <a:rPr lang="fr-FR">
                    <a:noFill/>
                  </a:rPr>
                  <a:t> </a:t>
                </a:r>
              </a:p>
            </p:txBody>
          </p:sp>
        </mc:Fallback>
      </mc:AlternateContent>
      <p:sp>
        <p:nvSpPr>
          <p:cNvPr id="4" name="ZoneTexte 3">
            <a:extLst>
              <a:ext uri="{FF2B5EF4-FFF2-40B4-BE49-F238E27FC236}">
                <a16:creationId xmlns:a16="http://schemas.microsoft.com/office/drawing/2014/main" id="{2B8FA286-F00E-8B4D-BE33-75983933812F}"/>
              </a:ext>
            </a:extLst>
          </p:cNvPr>
          <p:cNvSpPr txBox="1"/>
          <p:nvPr/>
        </p:nvSpPr>
        <p:spPr>
          <a:xfrm>
            <a:off x="6364586" y="2770360"/>
            <a:ext cx="4879818" cy="2862322"/>
          </a:xfrm>
          <a:prstGeom prst="rect">
            <a:avLst/>
          </a:prstGeom>
          <a:noFill/>
        </p:spPr>
        <p:txBody>
          <a:bodyPr wrap="square" rtlCol="0">
            <a:spAutoFit/>
          </a:bodyPr>
          <a:lstStyle/>
          <a:p>
            <a:r>
              <a:rPr lang="fr-FR" noProof="0" dirty="0"/>
              <a:t>Procédure de résolution :</a:t>
            </a:r>
            <a:br>
              <a:rPr lang="fr-FR" noProof="0" dirty="0"/>
            </a:br>
            <a:br>
              <a:rPr lang="fr-FR" noProof="0" dirty="0"/>
            </a:br>
            <a:r>
              <a:rPr lang="fr-FR" noProof="0" dirty="0"/>
              <a:t>Construire le système matriciel Ax = b correspondant à l'ensemble des équations de discrétisation et des conditions limites. La matrice A est constitué de tous les coefficients des x, et le vecteur b est constitué de tous les autres termes. Puis, la librairie </a:t>
            </a:r>
            <a:r>
              <a:rPr lang="fr-FR" noProof="0" dirty="0" err="1"/>
              <a:t>Numpy</a:t>
            </a:r>
            <a:r>
              <a:rPr lang="fr-FR" noProof="0" dirty="0"/>
              <a:t> fourni l'outil </a:t>
            </a:r>
            <a:r>
              <a:rPr lang="fr-FR" noProof="0" dirty="0" err="1"/>
              <a:t>numpy.linalg.solve</a:t>
            </a:r>
            <a:r>
              <a:rPr lang="fr-FR" noProof="0" dirty="0"/>
              <a:t>(</a:t>
            </a:r>
            <a:r>
              <a:rPr lang="fr-FR" noProof="0" dirty="0" err="1"/>
              <a:t>A,b</a:t>
            </a:r>
            <a:r>
              <a:rPr lang="fr-FR" noProof="0" dirty="0"/>
              <a:t>) afin de résoudre le système et déterminer les inconnues x.</a:t>
            </a:r>
          </a:p>
        </p:txBody>
      </p:sp>
      <p:cxnSp>
        <p:nvCxnSpPr>
          <p:cNvPr id="6" name="Connecteur droit avec flèche 5">
            <a:extLst>
              <a:ext uri="{FF2B5EF4-FFF2-40B4-BE49-F238E27FC236}">
                <a16:creationId xmlns:a16="http://schemas.microsoft.com/office/drawing/2014/main" id="{8E7D86AC-199F-1FC6-887F-7DA87AF9BFDD}"/>
              </a:ext>
            </a:extLst>
          </p:cNvPr>
          <p:cNvCxnSpPr/>
          <p:nvPr/>
        </p:nvCxnSpPr>
        <p:spPr>
          <a:xfrm>
            <a:off x="4354717" y="4834550"/>
            <a:ext cx="669956" cy="5975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 name="Connecteur droit avec flèche 6">
            <a:extLst>
              <a:ext uri="{FF2B5EF4-FFF2-40B4-BE49-F238E27FC236}">
                <a16:creationId xmlns:a16="http://schemas.microsoft.com/office/drawing/2014/main" id="{BA218C03-0F64-A990-9AF3-717E20FFD87B}"/>
              </a:ext>
            </a:extLst>
          </p:cNvPr>
          <p:cNvCxnSpPr/>
          <p:nvPr/>
        </p:nvCxnSpPr>
        <p:spPr>
          <a:xfrm>
            <a:off x="2344848" y="5423025"/>
            <a:ext cx="669956" cy="5975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ZoneTexte 7">
            <a:extLst>
              <a:ext uri="{FF2B5EF4-FFF2-40B4-BE49-F238E27FC236}">
                <a16:creationId xmlns:a16="http://schemas.microsoft.com/office/drawing/2014/main" id="{8688AEE6-509F-AAA1-8FCF-6A2A2C487917}"/>
              </a:ext>
            </a:extLst>
          </p:cNvPr>
          <p:cNvSpPr txBox="1"/>
          <p:nvPr/>
        </p:nvSpPr>
        <p:spPr>
          <a:xfrm>
            <a:off x="4704782" y="5481355"/>
            <a:ext cx="1391218" cy="646331"/>
          </a:xfrm>
          <a:prstGeom prst="rect">
            <a:avLst/>
          </a:prstGeom>
          <a:noFill/>
        </p:spPr>
        <p:txBody>
          <a:bodyPr wrap="square" rtlCol="0">
            <a:spAutoFit/>
          </a:bodyPr>
          <a:lstStyle/>
          <a:p>
            <a:r>
              <a:rPr lang="fr-FR" noProof="0" dirty="0"/>
              <a:t>Dans la matrice A</a:t>
            </a:r>
          </a:p>
        </p:txBody>
      </p:sp>
      <p:sp>
        <p:nvSpPr>
          <p:cNvPr id="9" name="ZoneTexte 8">
            <a:extLst>
              <a:ext uri="{FF2B5EF4-FFF2-40B4-BE49-F238E27FC236}">
                <a16:creationId xmlns:a16="http://schemas.microsoft.com/office/drawing/2014/main" id="{C97F5669-F217-0F6C-7C21-D594C7712879}"/>
              </a:ext>
            </a:extLst>
          </p:cNvPr>
          <p:cNvSpPr txBox="1"/>
          <p:nvPr/>
        </p:nvSpPr>
        <p:spPr>
          <a:xfrm>
            <a:off x="2963499" y="6020554"/>
            <a:ext cx="1391218" cy="646331"/>
          </a:xfrm>
          <a:prstGeom prst="rect">
            <a:avLst/>
          </a:prstGeom>
          <a:noFill/>
        </p:spPr>
        <p:txBody>
          <a:bodyPr wrap="square" rtlCol="0">
            <a:spAutoFit/>
          </a:bodyPr>
          <a:lstStyle/>
          <a:p>
            <a:r>
              <a:rPr lang="fr-FR" noProof="0" dirty="0"/>
              <a:t>Dans le vecteur b</a:t>
            </a:r>
          </a:p>
        </p:txBody>
      </p:sp>
    </p:spTree>
    <p:extLst>
      <p:ext uri="{BB962C8B-B14F-4D97-AF65-F5344CB8AC3E}">
        <p14:creationId xmlns:p14="http://schemas.microsoft.com/office/powerpoint/2010/main" val="37541903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0AA5E-2B52-BD99-82C6-1C78502021BA}"/>
              </a:ext>
            </a:extLst>
          </p:cNvPr>
          <p:cNvSpPr>
            <a:spLocks noGrp="1"/>
          </p:cNvSpPr>
          <p:nvPr>
            <p:ph type="title"/>
          </p:nvPr>
        </p:nvSpPr>
        <p:spPr/>
        <p:txBody>
          <a:bodyPr/>
          <a:lstStyle/>
          <a:p>
            <a:r>
              <a:rPr lang="fr-FR" noProof="0" dirty="0"/>
              <a:t>C. Discrétisation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6EA6D01-0D26-9222-9929-8DBC84D3FF8F}"/>
                  </a:ext>
                </a:extLst>
              </p:cNvPr>
              <p:cNvSpPr>
                <a:spLocks noGrp="1"/>
              </p:cNvSpPr>
              <p:nvPr>
                <p:ph idx="1"/>
              </p:nvPr>
            </p:nvSpPr>
            <p:spPr/>
            <p:txBody>
              <a:bodyPr>
                <a:normAutofit/>
              </a:bodyPr>
              <a:lstStyle/>
              <a:p>
                <a14:m>
                  <m:oMath xmlns:m="http://schemas.openxmlformats.org/officeDocument/2006/math">
                    <m:f>
                      <m:fPr>
                        <m:ctrlPr>
                          <a:rPr lang="fr-FR" sz="2000" i="1" noProof="0" smtClean="0">
                            <a:latin typeface="Cambria Math" panose="02040503050406030204" pitchFamily="18" charset="0"/>
                          </a:rPr>
                        </m:ctrlPr>
                      </m:fPr>
                      <m:num>
                        <m:r>
                          <a:rPr lang="fr-FR" sz="2000" i="1" noProof="0">
                            <a:latin typeface="Cambria Math" panose="02040503050406030204" pitchFamily="18" charset="0"/>
                          </a:rPr>
                          <m:t>1</m:t>
                        </m:r>
                      </m:num>
                      <m:den>
                        <m:r>
                          <a:rPr lang="fr-FR" sz="2000" i="1" noProof="0">
                            <a:latin typeface="Cambria Math" panose="02040503050406030204" pitchFamily="18" charset="0"/>
                          </a:rPr>
                          <m:t>𝑟</m:t>
                        </m:r>
                      </m:den>
                    </m:f>
                    <m:f>
                      <m:fPr>
                        <m:ctrlPr>
                          <a:rPr lang="fr-FR" sz="2000" i="1" noProof="0">
                            <a:latin typeface="Cambria Math" panose="02040503050406030204" pitchFamily="18" charset="0"/>
                          </a:rPr>
                        </m:ctrlPr>
                      </m:fPr>
                      <m:num>
                        <m:r>
                          <a:rPr lang="fr-FR" sz="2000" i="1" noProof="0">
                            <a:latin typeface="Cambria Math" panose="02040503050406030204" pitchFamily="18" charset="0"/>
                          </a:rPr>
                          <m:t>𝑑</m:t>
                        </m:r>
                      </m:num>
                      <m:den>
                        <m:r>
                          <a:rPr lang="fr-FR" sz="2000" i="1" noProof="0">
                            <a:latin typeface="Cambria Math" panose="02040503050406030204" pitchFamily="18" charset="0"/>
                          </a:rPr>
                          <m:t>𝑑𝑟</m:t>
                        </m:r>
                      </m:den>
                    </m:f>
                    <m:d>
                      <m:dPr>
                        <m:ctrlPr>
                          <a:rPr lang="fr-FR" sz="2000" i="1" noProof="0">
                            <a:latin typeface="Cambria Math" panose="02040503050406030204" pitchFamily="18" charset="0"/>
                          </a:rPr>
                        </m:ctrlPr>
                      </m:dPr>
                      <m:e>
                        <m:r>
                          <a:rPr lang="fr-FR" sz="2000" i="1" noProof="0">
                            <a:latin typeface="Cambria Math" panose="02040503050406030204" pitchFamily="18" charset="0"/>
                          </a:rPr>
                          <m:t>𝑟</m:t>
                        </m:r>
                        <m:f>
                          <m:fPr>
                            <m:ctrlPr>
                              <a:rPr lang="fr-FR" sz="2000" i="1" noProof="0">
                                <a:latin typeface="Cambria Math" panose="02040503050406030204" pitchFamily="18" charset="0"/>
                              </a:rPr>
                            </m:ctrlPr>
                          </m:fPr>
                          <m:num>
                            <m:r>
                              <a:rPr lang="fr-FR" sz="2000" i="1" noProof="0">
                                <a:latin typeface="Cambria Math" panose="02040503050406030204" pitchFamily="18" charset="0"/>
                              </a:rPr>
                              <m:t>𝑑𝐶</m:t>
                            </m:r>
                          </m:num>
                          <m:den>
                            <m:r>
                              <a:rPr lang="fr-FR" sz="2000" i="1" noProof="0">
                                <a:latin typeface="Cambria Math" panose="02040503050406030204" pitchFamily="18" charset="0"/>
                              </a:rPr>
                              <m:t>𝑑𝑟</m:t>
                            </m:r>
                          </m:den>
                        </m:f>
                      </m:e>
                    </m:d>
                    <m:r>
                      <a:rPr lang="fr-FR" sz="2000" b="0" i="1" noProof="0" smtClean="0">
                        <a:latin typeface="Cambria Math" panose="02040503050406030204" pitchFamily="18" charset="0"/>
                      </a:rPr>
                      <m:t>= </m:t>
                    </m:r>
                    <m:f>
                      <m:fPr>
                        <m:ctrlPr>
                          <a:rPr lang="fr-FR" sz="2000" b="0" i="1" noProof="0" smtClean="0">
                            <a:latin typeface="Cambria Math" panose="02040503050406030204" pitchFamily="18" charset="0"/>
                          </a:rPr>
                        </m:ctrlPr>
                      </m:fPr>
                      <m:num>
                        <m:r>
                          <a:rPr lang="fr-FR" sz="2000" b="0" i="1" noProof="0" smtClean="0">
                            <a:latin typeface="Cambria Math" panose="02040503050406030204" pitchFamily="18" charset="0"/>
                          </a:rPr>
                          <m:t>𝜕</m:t>
                        </m:r>
                        <m:r>
                          <a:rPr lang="fr-FR" sz="2000" b="0" i="1" noProof="0" smtClean="0">
                            <a:latin typeface="Cambria Math" panose="02040503050406030204" pitchFamily="18" charset="0"/>
                          </a:rPr>
                          <m:t>²</m:t>
                        </m:r>
                        <m:r>
                          <m:rPr>
                            <m:sty m:val="p"/>
                          </m:rPr>
                          <a:rPr lang="fr-FR" sz="2000" b="0" i="1" noProof="0" smtClean="0">
                            <a:latin typeface="Cambria Math" panose="02040503050406030204" pitchFamily="18" charset="0"/>
                          </a:rPr>
                          <m:t>C</m:t>
                        </m:r>
                      </m:num>
                      <m:den>
                        <m:r>
                          <a:rPr lang="fr-FR" sz="2000" b="0" i="1" noProof="0" smtClean="0">
                            <a:latin typeface="Cambria Math" panose="02040503050406030204" pitchFamily="18" charset="0"/>
                          </a:rPr>
                          <m:t>𝜕</m:t>
                        </m:r>
                        <m:r>
                          <m:rPr>
                            <m:sty m:val="p"/>
                          </m:rPr>
                          <a:rPr lang="fr-FR" sz="2000" b="0" i="1" noProof="0" smtClean="0">
                            <a:latin typeface="Cambria Math" panose="02040503050406030204" pitchFamily="18" charset="0"/>
                          </a:rPr>
                          <m:t>r</m:t>
                        </m:r>
                        <m:r>
                          <a:rPr lang="fr-FR" sz="2000" b="0" i="1" noProof="0" smtClean="0">
                            <a:latin typeface="Cambria Math" panose="02040503050406030204" pitchFamily="18" charset="0"/>
                          </a:rPr>
                          <m:t>²</m:t>
                        </m:r>
                      </m:den>
                    </m:f>
                    <m:r>
                      <a:rPr lang="fr-FR" sz="2000" b="0" i="1" noProof="0" smtClean="0">
                        <a:latin typeface="Cambria Math" panose="02040503050406030204" pitchFamily="18" charset="0"/>
                      </a:rPr>
                      <m:t> +</m:t>
                    </m:r>
                    <m:f>
                      <m:fPr>
                        <m:ctrlPr>
                          <a:rPr lang="fr-FR" sz="2000" b="0" i="1" noProof="0" smtClean="0">
                            <a:latin typeface="Cambria Math" panose="02040503050406030204" pitchFamily="18" charset="0"/>
                          </a:rPr>
                        </m:ctrlPr>
                      </m:fPr>
                      <m:num>
                        <m:r>
                          <a:rPr lang="fr-FR" sz="2000" b="0" i="1" noProof="0" smtClean="0">
                            <a:latin typeface="Cambria Math" panose="02040503050406030204" pitchFamily="18" charset="0"/>
                          </a:rPr>
                          <m:t>1</m:t>
                        </m:r>
                      </m:num>
                      <m:den>
                        <m:r>
                          <m:rPr>
                            <m:sty m:val="p"/>
                          </m:rPr>
                          <a:rPr lang="fr-FR" sz="2000" b="0" i="1" noProof="0" smtClean="0">
                            <a:latin typeface="Cambria Math" panose="02040503050406030204" pitchFamily="18" charset="0"/>
                          </a:rPr>
                          <m:t>r</m:t>
                        </m:r>
                      </m:den>
                    </m:f>
                    <m:f>
                      <m:fPr>
                        <m:ctrlPr>
                          <a:rPr lang="fr-FR" sz="2000" b="0" i="1" noProof="0" smtClean="0">
                            <a:latin typeface="Cambria Math" panose="02040503050406030204" pitchFamily="18" charset="0"/>
                          </a:rPr>
                        </m:ctrlPr>
                      </m:fPr>
                      <m:num>
                        <m:r>
                          <a:rPr lang="fr-FR" sz="2000" b="0" i="1" noProof="0" smtClean="0">
                            <a:latin typeface="Cambria Math" panose="02040503050406030204" pitchFamily="18" charset="0"/>
                          </a:rPr>
                          <m:t>𝜕</m:t>
                        </m:r>
                        <m:r>
                          <m:rPr>
                            <m:sty m:val="p"/>
                          </m:rPr>
                          <a:rPr lang="fr-FR" sz="2000" b="0" i="1" noProof="0" smtClean="0">
                            <a:latin typeface="Cambria Math" panose="02040503050406030204" pitchFamily="18" charset="0"/>
                          </a:rPr>
                          <m:t>C</m:t>
                        </m:r>
                      </m:num>
                      <m:den>
                        <m:r>
                          <a:rPr lang="fr-FR" sz="2000" b="0" i="1" noProof="0" smtClean="0">
                            <a:latin typeface="Cambria Math" panose="02040503050406030204" pitchFamily="18" charset="0"/>
                          </a:rPr>
                          <m:t>𝜕</m:t>
                        </m:r>
                        <m:r>
                          <m:rPr>
                            <m:sty m:val="p"/>
                          </m:rPr>
                          <a:rPr lang="fr-FR" sz="2000" b="0" i="1" noProof="0" smtClean="0">
                            <a:latin typeface="Cambria Math" panose="02040503050406030204" pitchFamily="18" charset="0"/>
                          </a:rPr>
                          <m:t>r</m:t>
                        </m:r>
                      </m:den>
                    </m:f>
                    <m:r>
                      <a:rPr lang="fr-FR" sz="2000" b="0" i="1" noProof="0" smtClean="0">
                        <a:latin typeface="Cambria Math" panose="02040503050406030204" pitchFamily="18" charset="0"/>
                      </a:rPr>
                      <m:t>    </m:t>
                    </m:r>
                    <m:groupChr>
                      <m:groupChrPr>
                        <m:chr m:val="⇒"/>
                        <m:pos m:val="top"/>
                        <m:ctrlPr>
                          <a:rPr lang="fr-FR" sz="2000" b="0" i="1" noProof="0" smtClean="0">
                            <a:latin typeface="Cambria Math" panose="02040503050406030204" pitchFamily="18" charset="0"/>
                          </a:rPr>
                        </m:ctrlPr>
                      </m:groupChrPr>
                      <m:e>
                        <m:r>
                          <m:rPr>
                            <m:sty m:val="p"/>
                            <m:brk m:alnAt="1"/>
                          </m:rPr>
                          <a:rPr lang="fr-FR" sz="2000" b="0" i="1" noProof="0" smtClean="0">
                            <a:latin typeface="Cambria Math" panose="02040503050406030204" pitchFamily="18" charset="0"/>
                          </a:rPr>
                          <m:t>s</m:t>
                        </m:r>
                        <m:r>
                          <m:rPr>
                            <m:sty m:val="p"/>
                          </m:rPr>
                          <a:rPr lang="fr-FR" sz="2000" b="0" i="1" noProof="0" smtClean="0">
                            <a:latin typeface="Cambria Math" panose="02040503050406030204" pitchFamily="18" charset="0"/>
                          </a:rPr>
                          <m:t>ch</m:t>
                        </m:r>
                        <m:r>
                          <a:rPr lang="fr-FR" sz="2000" b="0" i="1" noProof="0" smtClean="0">
                            <a:latin typeface="Cambria Math" panose="02040503050406030204" pitchFamily="18" charset="0"/>
                          </a:rPr>
                          <m:t>é</m:t>
                        </m:r>
                        <m:r>
                          <m:rPr>
                            <m:sty m:val="p"/>
                          </m:rPr>
                          <a:rPr lang="fr-FR" sz="2000" b="0" i="1" noProof="0" smtClean="0">
                            <a:latin typeface="Cambria Math" panose="02040503050406030204" pitchFamily="18" charset="0"/>
                          </a:rPr>
                          <m:t>ma</m:t>
                        </m:r>
                      </m:e>
                    </m:groupChr>
                    <m:r>
                      <a:rPr lang="fr-FR" sz="2000" b="0" i="1" noProof="0" smtClean="0">
                        <a:latin typeface="Cambria Math" panose="02040503050406030204" pitchFamily="18" charset="0"/>
                      </a:rPr>
                      <m:t>   </m:t>
                    </m:r>
                    <m:f>
                      <m:fPr>
                        <m:ctrlPr>
                          <a:rPr lang="fr-FR" sz="2000" b="0" i="1" noProof="0" smtClean="0">
                            <a:latin typeface="Cambria Math" panose="02040503050406030204" pitchFamily="18" charset="0"/>
                          </a:rPr>
                        </m:ctrlPr>
                      </m:fPr>
                      <m:num>
                        <m:sSub>
                          <m:sSubPr>
                            <m:ctrlPr>
                              <a:rPr lang="fr-FR" sz="2000" b="0" i="1" noProof="0" smtClean="0">
                                <a:latin typeface="Cambria Math" panose="02040503050406030204" pitchFamily="18" charset="0"/>
                              </a:rPr>
                            </m:ctrlPr>
                          </m:sSubPr>
                          <m:e>
                            <m:r>
                              <a:rPr lang="fr-FR" sz="2000" b="0" i="1" noProof="0" smtClean="0">
                                <a:latin typeface="Cambria Math" panose="02040503050406030204" pitchFamily="18" charset="0"/>
                              </a:rPr>
                              <m:t>𝐶</m:t>
                            </m:r>
                          </m:e>
                          <m:sub>
                            <m:r>
                              <a:rPr lang="fr-FR" sz="2000" b="0" i="1" noProof="0" smtClean="0">
                                <a:latin typeface="Cambria Math" panose="02040503050406030204" pitchFamily="18" charset="0"/>
                              </a:rPr>
                              <m:t>𝑖</m:t>
                            </m:r>
                            <m:r>
                              <a:rPr lang="fr-FR" sz="2000" b="0" i="1" noProof="0" smtClean="0">
                                <a:latin typeface="Cambria Math" panose="02040503050406030204" pitchFamily="18" charset="0"/>
                              </a:rPr>
                              <m:t>+1</m:t>
                            </m:r>
                          </m:sub>
                        </m:sSub>
                        <m:r>
                          <a:rPr lang="fr-FR" sz="2000" b="0" i="1" noProof="0" smtClean="0">
                            <a:latin typeface="Cambria Math" panose="02040503050406030204" pitchFamily="18" charset="0"/>
                          </a:rPr>
                          <m:t>−2</m:t>
                        </m:r>
                        <m:sSub>
                          <m:sSubPr>
                            <m:ctrlPr>
                              <a:rPr lang="fr-FR" sz="2000" b="0" i="1" noProof="0" smtClean="0">
                                <a:latin typeface="Cambria Math" panose="02040503050406030204" pitchFamily="18" charset="0"/>
                              </a:rPr>
                            </m:ctrlPr>
                          </m:sSubPr>
                          <m:e>
                            <m:r>
                              <a:rPr lang="fr-FR" sz="2000" b="0" i="1" noProof="0" smtClean="0">
                                <a:latin typeface="Cambria Math" panose="02040503050406030204" pitchFamily="18" charset="0"/>
                              </a:rPr>
                              <m:t>𝐶</m:t>
                            </m:r>
                          </m:e>
                          <m:sub>
                            <m:r>
                              <a:rPr lang="fr-FR" sz="2000" b="0" i="1" noProof="0" smtClean="0">
                                <a:latin typeface="Cambria Math" panose="02040503050406030204" pitchFamily="18" charset="0"/>
                              </a:rPr>
                              <m:t>𝑖</m:t>
                            </m:r>
                          </m:sub>
                        </m:sSub>
                        <m:r>
                          <a:rPr lang="fr-FR" sz="2000" b="0" i="1" noProof="0" smtClean="0">
                            <a:latin typeface="Cambria Math" panose="02040503050406030204" pitchFamily="18" charset="0"/>
                          </a:rPr>
                          <m:t>+</m:t>
                        </m:r>
                        <m:sSub>
                          <m:sSubPr>
                            <m:ctrlPr>
                              <a:rPr lang="fr-FR" sz="2000" b="0" i="1" noProof="0" smtClean="0">
                                <a:latin typeface="Cambria Math" panose="02040503050406030204" pitchFamily="18" charset="0"/>
                              </a:rPr>
                            </m:ctrlPr>
                          </m:sSubPr>
                          <m:e>
                            <m:r>
                              <a:rPr lang="fr-FR" sz="2000" b="0" i="1" noProof="0" smtClean="0">
                                <a:latin typeface="Cambria Math" panose="02040503050406030204" pitchFamily="18" charset="0"/>
                              </a:rPr>
                              <m:t>𝐶</m:t>
                            </m:r>
                          </m:e>
                          <m:sub>
                            <m:r>
                              <a:rPr lang="fr-FR" sz="2000" b="0" i="1" noProof="0" smtClean="0">
                                <a:latin typeface="Cambria Math" panose="02040503050406030204" pitchFamily="18" charset="0"/>
                              </a:rPr>
                              <m:t>𝑖</m:t>
                            </m:r>
                            <m:r>
                              <a:rPr lang="fr-FR" sz="2000" b="0" i="1" noProof="0" smtClean="0">
                                <a:latin typeface="Cambria Math" panose="02040503050406030204" pitchFamily="18" charset="0"/>
                              </a:rPr>
                              <m:t>−1</m:t>
                            </m:r>
                          </m:sub>
                        </m:sSub>
                      </m:num>
                      <m:den>
                        <m:r>
                          <m:rPr>
                            <m:sty m:val="p"/>
                          </m:rPr>
                          <a:rPr lang="fr-FR" sz="2000" b="0" i="1" noProof="0" smtClean="0">
                            <a:latin typeface="Cambria Math" panose="02040503050406030204" pitchFamily="18" charset="0"/>
                          </a:rPr>
                          <m:t>Δr</m:t>
                        </m:r>
                        <m:r>
                          <a:rPr lang="fr-FR" sz="2000" b="0" i="1" noProof="0" smtClean="0">
                            <a:latin typeface="Cambria Math" panose="02040503050406030204" pitchFamily="18" charset="0"/>
                          </a:rPr>
                          <m:t>²</m:t>
                        </m:r>
                      </m:den>
                    </m:f>
                    <m:r>
                      <a:rPr lang="fr-FR" sz="2000" b="0" i="1" noProof="0" smtClean="0">
                        <a:latin typeface="Cambria Math" panose="02040503050406030204" pitchFamily="18" charset="0"/>
                      </a:rPr>
                      <m:t>+</m:t>
                    </m:r>
                    <m:f>
                      <m:fPr>
                        <m:ctrlPr>
                          <a:rPr lang="fr-FR" sz="2000" b="0" i="1" noProof="0" smtClean="0">
                            <a:latin typeface="Cambria Math" panose="02040503050406030204" pitchFamily="18" charset="0"/>
                          </a:rPr>
                        </m:ctrlPr>
                      </m:fPr>
                      <m:num>
                        <m:r>
                          <a:rPr lang="fr-FR" sz="2000" b="0" i="1" noProof="0" smtClean="0">
                            <a:latin typeface="Cambria Math" panose="02040503050406030204" pitchFamily="18" charset="0"/>
                          </a:rPr>
                          <m:t>1</m:t>
                        </m:r>
                      </m:num>
                      <m:den>
                        <m:r>
                          <m:rPr>
                            <m:sty m:val="p"/>
                          </m:rPr>
                          <a:rPr lang="fr-FR" sz="2000" b="0" i="1" noProof="0" smtClean="0">
                            <a:latin typeface="Cambria Math" panose="02040503050406030204" pitchFamily="18" charset="0"/>
                          </a:rPr>
                          <m:t>r</m:t>
                        </m:r>
                      </m:den>
                    </m:f>
                    <m:r>
                      <a:rPr lang="fr-FR" sz="2000" b="0" i="1" noProof="0" smtClean="0">
                        <a:latin typeface="Cambria Math" panose="02040503050406030204" pitchFamily="18" charset="0"/>
                      </a:rPr>
                      <m:t>⋅</m:t>
                    </m:r>
                    <m:f>
                      <m:fPr>
                        <m:ctrlPr>
                          <a:rPr lang="fr-FR" sz="2000" b="0" i="1" noProof="0" smtClean="0">
                            <a:latin typeface="Cambria Math" panose="02040503050406030204" pitchFamily="18" charset="0"/>
                          </a:rPr>
                        </m:ctrlPr>
                      </m:fPr>
                      <m:num>
                        <m:sSub>
                          <m:sSubPr>
                            <m:ctrlPr>
                              <a:rPr lang="fr-FR" sz="2000" b="0" i="1" noProof="0" smtClean="0">
                                <a:latin typeface="Cambria Math" panose="02040503050406030204" pitchFamily="18" charset="0"/>
                              </a:rPr>
                            </m:ctrlPr>
                          </m:sSubPr>
                          <m:e>
                            <m:r>
                              <a:rPr lang="fr-FR" sz="2000" b="0" i="1" noProof="0" smtClean="0">
                                <a:latin typeface="Cambria Math" panose="02040503050406030204" pitchFamily="18" charset="0"/>
                              </a:rPr>
                              <m:t>𝐶</m:t>
                            </m:r>
                          </m:e>
                          <m:sub>
                            <m:r>
                              <a:rPr lang="fr-FR" sz="2000" b="0" i="1" noProof="0" smtClean="0">
                                <a:latin typeface="Cambria Math" panose="02040503050406030204" pitchFamily="18" charset="0"/>
                              </a:rPr>
                              <m:t>𝑖</m:t>
                            </m:r>
                            <m:r>
                              <a:rPr lang="fr-FR" sz="2000" b="0" i="1" noProof="0" smtClean="0">
                                <a:latin typeface="Cambria Math" panose="02040503050406030204" pitchFamily="18" charset="0"/>
                              </a:rPr>
                              <m:t>+1</m:t>
                            </m:r>
                          </m:sub>
                        </m:sSub>
                        <m:r>
                          <a:rPr lang="fr-FR" sz="2000" b="0" i="1" noProof="0" smtClean="0">
                            <a:latin typeface="Cambria Math" panose="02040503050406030204" pitchFamily="18" charset="0"/>
                          </a:rPr>
                          <m:t>−</m:t>
                        </m:r>
                        <m:sSub>
                          <m:sSubPr>
                            <m:ctrlPr>
                              <a:rPr lang="fr-FR" sz="2000" b="0" i="1" noProof="0" smtClean="0">
                                <a:latin typeface="Cambria Math" panose="02040503050406030204" pitchFamily="18" charset="0"/>
                              </a:rPr>
                            </m:ctrlPr>
                          </m:sSubPr>
                          <m:e>
                            <m:r>
                              <a:rPr lang="fr-FR" sz="2000" b="0" i="1" noProof="0" smtClean="0">
                                <a:latin typeface="Cambria Math" panose="02040503050406030204" pitchFamily="18" charset="0"/>
                              </a:rPr>
                              <m:t>𝐶</m:t>
                            </m:r>
                          </m:e>
                          <m:sub>
                            <m:r>
                              <a:rPr lang="fr-FR" sz="2000" b="0" i="1" noProof="0" smtClean="0">
                                <a:latin typeface="Cambria Math" panose="02040503050406030204" pitchFamily="18" charset="0"/>
                              </a:rPr>
                              <m:t>𝑖</m:t>
                            </m:r>
                          </m:sub>
                        </m:sSub>
                      </m:num>
                      <m:den>
                        <m:r>
                          <m:rPr>
                            <m:sty m:val="p"/>
                          </m:rPr>
                          <a:rPr lang="fr-FR" sz="2000" b="0" i="1" noProof="0" smtClean="0">
                            <a:latin typeface="Cambria Math" panose="02040503050406030204" pitchFamily="18" charset="0"/>
                          </a:rPr>
                          <m:t>Δr</m:t>
                        </m:r>
                      </m:den>
                    </m:f>
                  </m:oMath>
                </a14:m>
                <a:endParaRPr lang="fr-FR" sz="2000" b="0" i="1" noProof="0" dirty="0">
                  <a:latin typeface="Cambria Math" panose="02040503050406030204" pitchFamily="18" charset="0"/>
                </a:endParaRPr>
              </a:p>
              <a:p>
                <a:r>
                  <a:rPr lang="fr-FR" sz="2000" noProof="0" dirty="0"/>
                  <a:t>1) </a:t>
                </a:r>
                <a14:m>
                  <m:oMath xmlns:m="http://schemas.openxmlformats.org/officeDocument/2006/math">
                    <m:sSub>
                      <m:sSubPr>
                        <m:ctrlPr>
                          <a:rPr lang="fr-FR" sz="2000" i="1" noProof="0">
                            <a:latin typeface="Cambria Math" panose="02040503050406030204" pitchFamily="18" charset="0"/>
                          </a:rPr>
                        </m:ctrlPr>
                      </m:sSubPr>
                      <m:e>
                        <m:r>
                          <a:rPr lang="fr-FR" sz="2000" i="1" noProof="0">
                            <a:latin typeface="Cambria Math" panose="02040503050406030204" pitchFamily="18" charset="0"/>
                          </a:rPr>
                          <m:t>𝐶</m:t>
                        </m:r>
                      </m:e>
                      <m:sub>
                        <m:r>
                          <a:rPr lang="fr-FR" sz="2000" i="1" noProof="0">
                            <a:latin typeface="Cambria Math" panose="02040503050406030204" pitchFamily="18" charset="0"/>
                          </a:rPr>
                          <m:t>𝑖</m:t>
                        </m:r>
                        <m:r>
                          <a:rPr lang="fr-FR" sz="2000" i="1" noProof="0">
                            <a:latin typeface="Cambria Math" panose="02040503050406030204" pitchFamily="18" charset="0"/>
                          </a:rPr>
                          <m:t>+1</m:t>
                        </m:r>
                      </m:sub>
                    </m:sSub>
                    <m:r>
                      <a:rPr lang="fr-FR" sz="2000" i="1" noProof="0">
                        <a:latin typeface="Cambria Math" panose="02040503050406030204" pitchFamily="18" charset="0"/>
                      </a:rPr>
                      <m:t>=</m:t>
                    </m:r>
                    <m:sSub>
                      <m:sSubPr>
                        <m:ctrlPr>
                          <a:rPr lang="fr-FR" sz="2000" i="1" noProof="0">
                            <a:latin typeface="Cambria Math" panose="02040503050406030204" pitchFamily="18" charset="0"/>
                          </a:rPr>
                        </m:ctrlPr>
                      </m:sSubPr>
                      <m:e>
                        <m:r>
                          <a:rPr lang="fr-FR" sz="2000" i="1" noProof="0">
                            <a:latin typeface="Cambria Math" panose="02040503050406030204" pitchFamily="18" charset="0"/>
                          </a:rPr>
                          <m:t>𝐶</m:t>
                        </m:r>
                      </m:e>
                      <m:sub>
                        <m:r>
                          <a:rPr lang="fr-FR" sz="2000" i="1" noProof="0">
                            <a:latin typeface="Cambria Math" panose="02040503050406030204" pitchFamily="18" charset="0"/>
                          </a:rPr>
                          <m:t>𝑖</m:t>
                        </m:r>
                      </m:sub>
                    </m:sSub>
                    <m:r>
                      <a:rPr lang="fr-FR" sz="2000" i="1" noProof="0">
                        <a:latin typeface="Cambria Math" panose="02040503050406030204" pitchFamily="18" charset="0"/>
                      </a:rPr>
                      <m:t>+</m:t>
                    </m:r>
                    <m:f>
                      <m:fPr>
                        <m:ctrlPr>
                          <a:rPr lang="fr-FR" sz="2000" i="1" noProof="0">
                            <a:latin typeface="Cambria Math" panose="02040503050406030204" pitchFamily="18" charset="0"/>
                          </a:rPr>
                        </m:ctrlPr>
                      </m:fPr>
                      <m:num>
                        <m:r>
                          <a:rPr lang="fr-FR" sz="2000" i="1" noProof="0">
                            <a:latin typeface="Cambria Math" panose="02040503050406030204" pitchFamily="18" charset="0"/>
                          </a:rPr>
                          <m:t>𝜕</m:t>
                        </m:r>
                        <m:r>
                          <m:rPr>
                            <m:sty m:val="p"/>
                          </m:rPr>
                          <a:rPr lang="fr-FR" sz="2000" i="1" noProof="0">
                            <a:latin typeface="Cambria Math" panose="02040503050406030204" pitchFamily="18" charset="0"/>
                          </a:rPr>
                          <m:t>C</m:t>
                        </m:r>
                      </m:num>
                      <m:den>
                        <m:r>
                          <a:rPr lang="fr-FR" sz="2000" i="1" noProof="0">
                            <a:latin typeface="Cambria Math" panose="02040503050406030204" pitchFamily="18" charset="0"/>
                          </a:rPr>
                          <m:t>𝜕</m:t>
                        </m:r>
                        <m:r>
                          <m:rPr>
                            <m:sty m:val="p"/>
                          </m:rPr>
                          <a:rPr lang="fr-FR" sz="2000" i="1" noProof="0">
                            <a:latin typeface="Cambria Math" panose="02040503050406030204" pitchFamily="18" charset="0"/>
                          </a:rPr>
                          <m:t>r</m:t>
                        </m:r>
                      </m:den>
                    </m:f>
                    <m:sSub>
                      <m:sSubPr>
                        <m:ctrlPr>
                          <a:rPr lang="fr-FR" sz="2000" i="1" noProof="0">
                            <a:latin typeface="Cambria Math" panose="02040503050406030204" pitchFamily="18" charset="0"/>
                          </a:rPr>
                        </m:ctrlPr>
                      </m:sSubPr>
                      <m:e>
                        <m:d>
                          <m:dPr>
                            <m:begChr m:val=""/>
                            <m:endChr m:val="|"/>
                            <m:ctrlPr>
                              <a:rPr lang="fr-FR" sz="2000" i="1" noProof="0">
                                <a:latin typeface="Cambria Math" panose="02040503050406030204" pitchFamily="18" charset="0"/>
                              </a:rPr>
                            </m:ctrlPr>
                          </m:dPr>
                          <m:e>
                            <m:r>
                              <a:rPr lang="fr-FR" sz="2000" i="1" noProof="0">
                                <a:latin typeface="Cambria Math" panose="02040503050406030204" pitchFamily="18" charset="0"/>
                              </a:rPr>
                              <m:t>​</m:t>
                            </m:r>
                          </m:e>
                        </m:d>
                      </m:e>
                      <m:sub>
                        <m:r>
                          <a:rPr lang="fr-FR" sz="2000" i="1" noProof="0">
                            <a:latin typeface="Cambria Math" panose="02040503050406030204" pitchFamily="18" charset="0"/>
                          </a:rPr>
                          <m:t>𝑖</m:t>
                        </m:r>
                      </m:sub>
                    </m:sSub>
                    <m:r>
                      <m:rPr>
                        <m:sty m:val="p"/>
                      </m:rPr>
                      <a:rPr lang="fr-FR" sz="2000" noProof="0">
                        <a:latin typeface="Cambria Math" panose="02040503050406030204" pitchFamily="18" charset="0"/>
                      </a:rPr>
                      <m:t>Δ</m:t>
                    </m:r>
                    <m:r>
                      <a:rPr lang="fr-FR" sz="2000" i="1" noProof="0">
                        <a:latin typeface="Cambria Math" panose="02040503050406030204" pitchFamily="18" charset="0"/>
                      </a:rPr>
                      <m:t>𝑟</m:t>
                    </m:r>
                    <m:r>
                      <a:rPr lang="fr-FR" sz="2000" i="1" noProof="0">
                        <a:latin typeface="Cambria Math" panose="02040503050406030204" pitchFamily="18" charset="0"/>
                      </a:rPr>
                      <m:t>+</m:t>
                    </m:r>
                    <m:f>
                      <m:fPr>
                        <m:ctrlPr>
                          <a:rPr lang="fr-FR" sz="2000" i="1" noProof="0">
                            <a:latin typeface="Cambria Math" panose="02040503050406030204" pitchFamily="18" charset="0"/>
                          </a:rPr>
                        </m:ctrlPr>
                      </m:fPr>
                      <m:num>
                        <m:sSup>
                          <m:sSupPr>
                            <m:ctrlPr>
                              <a:rPr lang="fr-FR" sz="2000" i="1" noProof="0">
                                <a:latin typeface="Cambria Math" panose="02040503050406030204" pitchFamily="18" charset="0"/>
                              </a:rPr>
                            </m:ctrlPr>
                          </m:sSupPr>
                          <m:e>
                            <m:r>
                              <a:rPr lang="fr-FR" sz="2000" i="1" noProof="0">
                                <a:latin typeface="Cambria Math" panose="02040503050406030204" pitchFamily="18" charset="0"/>
                              </a:rPr>
                              <m:t>𝜕</m:t>
                            </m:r>
                          </m:e>
                          <m:sup>
                            <m:r>
                              <a:rPr lang="fr-FR" sz="2000" i="1" noProof="0">
                                <a:latin typeface="Cambria Math" panose="02040503050406030204" pitchFamily="18" charset="0"/>
                              </a:rPr>
                              <m:t>2</m:t>
                            </m:r>
                          </m:sup>
                        </m:sSup>
                        <m:r>
                          <a:rPr lang="fr-FR" sz="2000" i="1" noProof="0">
                            <a:latin typeface="Cambria Math" panose="02040503050406030204" pitchFamily="18" charset="0"/>
                          </a:rPr>
                          <m:t>𝐶</m:t>
                        </m:r>
                      </m:num>
                      <m:den>
                        <m:r>
                          <a:rPr lang="fr-FR" sz="2000" i="1" noProof="0">
                            <a:latin typeface="Cambria Math" panose="02040503050406030204" pitchFamily="18" charset="0"/>
                          </a:rPr>
                          <m:t>𝜕</m:t>
                        </m:r>
                        <m:sSup>
                          <m:sSupPr>
                            <m:ctrlPr>
                              <a:rPr lang="fr-FR" sz="2000" i="1" noProof="0">
                                <a:latin typeface="Cambria Math" panose="02040503050406030204" pitchFamily="18" charset="0"/>
                              </a:rPr>
                            </m:ctrlPr>
                          </m:sSupPr>
                          <m:e>
                            <m:r>
                              <a:rPr lang="fr-FR" sz="2000" i="1" noProof="0">
                                <a:latin typeface="Cambria Math" panose="02040503050406030204" pitchFamily="18" charset="0"/>
                              </a:rPr>
                              <m:t>𝑟</m:t>
                            </m:r>
                          </m:e>
                          <m:sup>
                            <m:r>
                              <a:rPr lang="fr-FR" sz="2000" i="1" noProof="0">
                                <a:latin typeface="Cambria Math" panose="02040503050406030204" pitchFamily="18" charset="0"/>
                              </a:rPr>
                              <m:t>2</m:t>
                            </m:r>
                          </m:sup>
                        </m:sSup>
                      </m:den>
                    </m:f>
                    <m:sSub>
                      <m:sSubPr>
                        <m:ctrlPr>
                          <a:rPr lang="fr-FR" sz="2000" i="1" noProof="0">
                            <a:latin typeface="Cambria Math" panose="02040503050406030204" pitchFamily="18" charset="0"/>
                          </a:rPr>
                        </m:ctrlPr>
                      </m:sSubPr>
                      <m:e>
                        <m:d>
                          <m:dPr>
                            <m:begChr m:val=""/>
                            <m:endChr m:val="|"/>
                            <m:ctrlPr>
                              <a:rPr lang="fr-FR" sz="2000" i="1" noProof="0">
                                <a:latin typeface="Cambria Math" panose="02040503050406030204" pitchFamily="18" charset="0"/>
                              </a:rPr>
                            </m:ctrlPr>
                          </m:dPr>
                          <m:e>
                            <m:r>
                              <a:rPr lang="fr-FR" sz="2000" i="1" noProof="0">
                                <a:latin typeface="Cambria Math" panose="02040503050406030204" pitchFamily="18" charset="0"/>
                              </a:rPr>
                              <m:t>​</m:t>
                            </m:r>
                          </m:e>
                        </m:d>
                      </m:e>
                      <m:sub>
                        <m:r>
                          <a:rPr lang="fr-FR" sz="2000" i="1" noProof="0">
                            <a:latin typeface="Cambria Math" panose="02040503050406030204" pitchFamily="18" charset="0"/>
                          </a:rPr>
                          <m:t>𝑖</m:t>
                        </m:r>
                      </m:sub>
                    </m:sSub>
                    <m:f>
                      <m:fPr>
                        <m:ctrlPr>
                          <a:rPr lang="fr-FR" sz="2000" i="1" noProof="0">
                            <a:latin typeface="Cambria Math" panose="02040503050406030204" pitchFamily="18" charset="0"/>
                          </a:rPr>
                        </m:ctrlPr>
                      </m:fPr>
                      <m:num>
                        <m:sSup>
                          <m:sSupPr>
                            <m:ctrlPr>
                              <a:rPr lang="fr-FR" sz="2000" i="1" noProof="0">
                                <a:latin typeface="Cambria Math" panose="02040503050406030204" pitchFamily="18" charset="0"/>
                              </a:rPr>
                            </m:ctrlPr>
                          </m:sSupPr>
                          <m:e>
                            <m:r>
                              <m:rPr>
                                <m:sty m:val="p"/>
                              </m:rPr>
                              <a:rPr lang="fr-FR" sz="2000" i="1" noProof="0">
                                <a:latin typeface="Cambria Math" panose="02040503050406030204" pitchFamily="18" charset="0"/>
                              </a:rPr>
                              <m:t>Δr</m:t>
                            </m:r>
                          </m:e>
                          <m:sup>
                            <m:r>
                              <a:rPr lang="fr-FR" sz="2000" i="1" noProof="0">
                                <a:latin typeface="Cambria Math" panose="02040503050406030204" pitchFamily="18" charset="0"/>
                              </a:rPr>
                              <m:t>2</m:t>
                            </m:r>
                          </m:sup>
                        </m:sSup>
                      </m:num>
                      <m:den>
                        <m:r>
                          <a:rPr lang="fr-FR" sz="2000" i="1" noProof="0">
                            <a:latin typeface="Cambria Math" panose="02040503050406030204" pitchFamily="18" charset="0"/>
                          </a:rPr>
                          <m:t>2!</m:t>
                        </m:r>
                      </m:den>
                    </m:f>
                    <m:r>
                      <a:rPr lang="fr-FR" sz="2000" i="1" noProof="0">
                        <a:latin typeface="Cambria Math" panose="02040503050406030204" pitchFamily="18" charset="0"/>
                      </a:rPr>
                      <m:t>+</m:t>
                    </m:r>
                    <m:r>
                      <a:rPr lang="fr-FR" sz="2000" i="1" noProof="0">
                        <a:latin typeface="Cambria Math" panose="02040503050406030204" pitchFamily="18" charset="0"/>
                      </a:rPr>
                      <m:t>𝑜</m:t>
                    </m:r>
                    <m:d>
                      <m:dPr>
                        <m:ctrlPr>
                          <a:rPr lang="fr-FR" sz="2000" i="1" noProof="0">
                            <a:latin typeface="Cambria Math" panose="02040503050406030204" pitchFamily="18" charset="0"/>
                          </a:rPr>
                        </m:ctrlPr>
                      </m:dPr>
                      <m:e>
                        <m:r>
                          <m:rPr>
                            <m:sty m:val="p"/>
                          </m:rPr>
                          <a:rPr lang="fr-FR" sz="2000" noProof="0">
                            <a:latin typeface="Cambria Math" panose="02040503050406030204" pitchFamily="18" charset="0"/>
                          </a:rPr>
                          <m:t>Δ</m:t>
                        </m:r>
                        <m:sSup>
                          <m:sSupPr>
                            <m:ctrlPr>
                              <a:rPr lang="fr-FR" sz="2000" i="1" noProof="0">
                                <a:latin typeface="Cambria Math" panose="02040503050406030204" pitchFamily="18" charset="0"/>
                              </a:rPr>
                            </m:ctrlPr>
                          </m:sSupPr>
                          <m:e>
                            <m:r>
                              <a:rPr lang="fr-FR" sz="2000" i="1" noProof="0">
                                <a:latin typeface="Cambria Math" panose="02040503050406030204" pitchFamily="18" charset="0"/>
                              </a:rPr>
                              <m:t>𝑟</m:t>
                            </m:r>
                          </m:e>
                          <m:sup>
                            <m:r>
                              <a:rPr lang="fr-FR" sz="2000" i="1" noProof="0">
                                <a:latin typeface="Cambria Math" panose="02040503050406030204" pitchFamily="18" charset="0"/>
                              </a:rPr>
                              <m:t>3</m:t>
                            </m:r>
                          </m:sup>
                        </m:sSup>
                      </m:e>
                    </m:d>
                    <m:r>
                      <a:rPr lang="fr-FR" sz="2000" b="0" i="1" noProof="0" smtClean="0">
                        <a:latin typeface="Cambria Math" panose="02040503050406030204" pitchFamily="18" charset="0"/>
                      </a:rPr>
                      <m:t> →</m:t>
                    </m:r>
                    <m:f>
                      <m:fPr>
                        <m:ctrlPr>
                          <a:rPr lang="fr-FR" sz="2000" b="0" i="1" noProof="0" smtClean="0">
                            <a:latin typeface="Cambria Math" panose="02040503050406030204" pitchFamily="18" charset="0"/>
                          </a:rPr>
                        </m:ctrlPr>
                      </m:fPr>
                      <m:num>
                        <m:sSub>
                          <m:sSubPr>
                            <m:ctrlPr>
                              <a:rPr lang="fr-FR" sz="2000" i="1" noProof="0">
                                <a:latin typeface="Cambria Math" panose="02040503050406030204" pitchFamily="18" charset="0"/>
                              </a:rPr>
                            </m:ctrlPr>
                          </m:sSubPr>
                          <m:e>
                            <m:r>
                              <a:rPr lang="fr-FR" sz="2000" i="1" noProof="0">
                                <a:latin typeface="Cambria Math" panose="02040503050406030204" pitchFamily="18" charset="0"/>
                              </a:rPr>
                              <m:t>𝐶</m:t>
                            </m:r>
                          </m:e>
                          <m:sub>
                            <m:r>
                              <a:rPr lang="fr-FR" sz="2000" i="1" noProof="0">
                                <a:latin typeface="Cambria Math" panose="02040503050406030204" pitchFamily="18" charset="0"/>
                              </a:rPr>
                              <m:t>𝑖</m:t>
                            </m:r>
                            <m:r>
                              <a:rPr lang="fr-FR" sz="2000" i="1" noProof="0">
                                <a:latin typeface="Cambria Math" panose="02040503050406030204" pitchFamily="18" charset="0"/>
                              </a:rPr>
                              <m:t>+1</m:t>
                            </m:r>
                          </m:sub>
                        </m:sSub>
                        <m:r>
                          <a:rPr lang="fr-FR" sz="2000" b="0" i="1" noProof="0" smtClean="0">
                            <a:latin typeface="Cambria Math" panose="02040503050406030204" pitchFamily="18" charset="0"/>
                          </a:rPr>
                          <m:t>−</m:t>
                        </m:r>
                        <m:sSub>
                          <m:sSubPr>
                            <m:ctrlPr>
                              <a:rPr lang="fr-FR" sz="2000" b="0" i="1" noProof="0" smtClean="0">
                                <a:latin typeface="Cambria Math" panose="02040503050406030204" pitchFamily="18" charset="0"/>
                              </a:rPr>
                            </m:ctrlPr>
                          </m:sSubPr>
                          <m:e>
                            <m:r>
                              <a:rPr lang="fr-FR" sz="2000" b="0" i="1" noProof="0" smtClean="0">
                                <a:latin typeface="Cambria Math" panose="02040503050406030204" pitchFamily="18" charset="0"/>
                              </a:rPr>
                              <m:t>𝐶</m:t>
                            </m:r>
                          </m:e>
                          <m:sub>
                            <m:r>
                              <a:rPr lang="fr-FR" sz="2000" b="0" i="1" noProof="0" smtClean="0">
                                <a:latin typeface="Cambria Math" panose="02040503050406030204" pitchFamily="18" charset="0"/>
                              </a:rPr>
                              <m:t>𝑖</m:t>
                            </m:r>
                          </m:sub>
                        </m:sSub>
                      </m:num>
                      <m:den>
                        <m:r>
                          <a:rPr lang="fr-FR" sz="2000" b="1" i="1" noProof="0">
                            <a:latin typeface="Cambria Math" panose="02040503050406030204" pitchFamily="18" charset="0"/>
                          </a:rPr>
                          <m:t>𝜟</m:t>
                        </m:r>
                        <m:r>
                          <a:rPr lang="fr-FR" sz="2000" b="1" i="1" noProof="0" smtClean="0">
                            <a:latin typeface="Cambria Math" panose="02040503050406030204" pitchFamily="18" charset="0"/>
                          </a:rPr>
                          <m:t>𝒓</m:t>
                        </m:r>
                      </m:den>
                    </m:f>
                    <m:r>
                      <a:rPr lang="fr-FR" sz="2000" b="0" i="1" noProof="0" smtClean="0">
                        <a:latin typeface="Cambria Math" panose="02040503050406030204" pitchFamily="18" charset="0"/>
                      </a:rPr>
                      <m:t>=</m:t>
                    </m:r>
                    <m:f>
                      <m:fPr>
                        <m:ctrlPr>
                          <a:rPr lang="fr-FR" sz="2000" i="1" noProof="0">
                            <a:latin typeface="Cambria Math" panose="02040503050406030204" pitchFamily="18" charset="0"/>
                          </a:rPr>
                        </m:ctrlPr>
                      </m:fPr>
                      <m:num>
                        <m:r>
                          <a:rPr lang="fr-FR" sz="2000" i="1" noProof="0">
                            <a:latin typeface="Cambria Math" panose="02040503050406030204" pitchFamily="18" charset="0"/>
                          </a:rPr>
                          <m:t>𝜕</m:t>
                        </m:r>
                        <m:r>
                          <m:rPr>
                            <m:sty m:val="p"/>
                          </m:rPr>
                          <a:rPr lang="fr-FR" sz="2000" i="1" noProof="0">
                            <a:latin typeface="Cambria Math" panose="02040503050406030204" pitchFamily="18" charset="0"/>
                          </a:rPr>
                          <m:t>C</m:t>
                        </m:r>
                      </m:num>
                      <m:den>
                        <m:r>
                          <a:rPr lang="fr-FR" sz="2000" i="1" noProof="0">
                            <a:latin typeface="Cambria Math" panose="02040503050406030204" pitchFamily="18" charset="0"/>
                          </a:rPr>
                          <m:t>𝜕</m:t>
                        </m:r>
                        <m:r>
                          <m:rPr>
                            <m:sty m:val="p"/>
                          </m:rPr>
                          <a:rPr lang="fr-FR" sz="2000" i="1" noProof="0">
                            <a:latin typeface="Cambria Math" panose="02040503050406030204" pitchFamily="18" charset="0"/>
                          </a:rPr>
                          <m:t>r</m:t>
                        </m:r>
                      </m:den>
                    </m:f>
                    <m:sSub>
                      <m:sSubPr>
                        <m:ctrlPr>
                          <a:rPr lang="fr-FR" sz="2000" i="1" noProof="0">
                            <a:latin typeface="Cambria Math" panose="02040503050406030204" pitchFamily="18" charset="0"/>
                          </a:rPr>
                        </m:ctrlPr>
                      </m:sSubPr>
                      <m:e>
                        <m:d>
                          <m:dPr>
                            <m:begChr m:val=""/>
                            <m:endChr m:val="|"/>
                            <m:ctrlPr>
                              <a:rPr lang="fr-FR" sz="2000" i="1" noProof="0">
                                <a:latin typeface="Cambria Math" panose="02040503050406030204" pitchFamily="18" charset="0"/>
                              </a:rPr>
                            </m:ctrlPr>
                          </m:dPr>
                          <m:e>
                            <m:r>
                              <a:rPr lang="fr-FR" sz="2000" i="1" noProof="0">
                                <a:latin typeface="Cambria Math" panose="02040503050406030204" pitchFamily="18" charset="0"/>
                              </a:rPr>
                              <m:t>​</m:t>
                            </m:r>
                          </m:e>
                        </m:d>
                      </m:e>
                      <m:sub>
                        <m:r>
                          <a:rPr lang="fr-FR" sz="2000" i="1" noProof="0">
                            <a:latin typeface="Cambria Math" panose="02040503050406030204" pitchFamily="18" charset="0"/>
                          </a:rPr>
                          <m:t>𝑖</m:t>
                        </m:r>
                      </m:sub>
                    </m:sSub>
                    <m:r>
                      <a:rPr lang="fr-FR" sz="2000" i="1" noProof="0">
                        <a:latin typeface="Cambria Math" panose="02040503050406030204" pitchFamily="18" charset="0"/>
                      </a:rPr>
                      <m:t>+</m:t>
                    </m:r>
                    <m:f>
                      <m:fPr>
                        <m:ctrlPr>
                          <a:rPr lang="fr-FR" sz="2000" i="1" noProof="0">
                            <a:latin typeface="Cambria Math" panose="02040503050406030204" pitchFamily="18" charset="0"/>
                          </a:rPr>
                        </m:ctrlPr>
                      </m:fPr>
                      <m:num>
                        <m:sSup>
                          <m:sSupPr>
                            <m:ctrlPr>
                              <a:rPr lang="fr-FR" sz="2000" i="1" noProof="0">
                                <a:latin typeface="Cambria Math" panose="02040503050406030204" pitchFamily="18" charset="0"/>
                              </a:rPr>
                            </m:ctrlPr>
                          </m:sSupPr>
                          <m:e>
                            <m:r>
                              <a:rPr lang="fr-FR" sz="2000" i="1" noProof="0">
                                <a:latin typeface="Cambria Math" panose="02040503050406030204" pitchFamily="18" charset="0"/>
                              </a:rPr>
                              <m:t>𝜕</m:t>
                            </m:r>
                          </m:e>
                          <m:sup>
                            <m:r>
                              <a:rPr lang="fr-FR" sz="2000" i="1" noProof="0">
                                <a:latin typeface="Cambria Math" panose="02040503050406030204" pitchFamily="18" charset="0"/>
                              </a:rPr>
                              <m:t>2</m:t>
                            </m:r>
                          </m:sup>
                        </m:sSup>
                        <m:r>
                          <a:rPr lang="fr-FR" sz="2000" i="1" noProof="0">
                            <a:latin typeface="Cambria Math" panose="02040503050406030204" pitchFamily="18" charset="0"/>
                          </a:rPr>
                          <m:t>𝐶</m:t>
                        </m:r>
                      </m:num>
                      <m:den>
                        <m:r>
                          <a:rPr lang="fr-FR" sz="2000" i="1" noProof="0">
                            <a:latin typeface="Cambria Math" panose="02040503050406030204" pitchFamily="18" charset="0"/>
                          </a:rPr>
                          <m:t>𝜕</m:t>
                        </m:r>
                        <m:sSup>
                          <m:sSupPr>
                            <m:ctrlPr>
                              <a:rPr lang="fr-FR" sz="2000" i="1" noProof="0">
                                <a:latin typeface="Cambria Math" panose="02040503050406030204" pitchFamily="18" charset="0"/>
                              </a:rPr>
                            </m:ctrlPr>
                          </m:sSupPr>
                          <m:e>
                            <m:r>
                              <a:rPr lang="fr-FR" sz="2000" i="1" noProof="0">
                                <a:latin typeface="Cambria Math" panose="02040503050406030204" pitchFamily="18" charset="0"/>
                              </a:rPr>
                              <m:t>𝑟</m:t>
                            </m:r>
                          </m:e>
                          <m:sup>
                            <m:r>
                              <a:rPr lang="fr-FR" sz="2000" i="1" noProof="0">
                                <a:latin typeface="Cambria Math" panose="02040503050406030204" pitchFamily="18" charset="0"/>
                              </a:rPr>
                              <m:t>2</m:t>
                            </m:r>
                          </m:sup>
                        </m:sSup>
                      </m:den>
                    </m:f>
                    <m:sSub>
                      <m:sSubPr>
                        <m:ctrlPr>
                          <a:rPr lang="fr-FR" sz="2000" i="1" noProof="0">
                            <a:latin typeface="Cambria Math" panose="02040503050406030204" pitchFamily="18" charset="0"/>
                          </a:rPr>
                        </m:ctrlPr>
                      </m:sSubPr>
                      <m:e>
                        <m:d>
                          <m:dPr>
                            <m:begChr m:val=""/>
                            <m:endChr m:val="|"/>
                            <m:ctrlPr>
                              <a:rPr lang="fr-FR" sz="2000" i="1" noProof="0">
                                <a:latin typeface="Cambria Math" panose="02040503050406030204" pitchFamily="18" charset="0"/>
                              </a:rPr>
                            </m:ctrlPr>
                          </m:dPr>
                          <m:e>
                            <m:r>
                              <a:rPr lang="fr-FR" sz="2000" i="1" noProof="0">
                                <a:latin typeface="Cambria Math" panose="02040503050406030204" pitchFamily="18" charset="0"/>
                              </a:rPr>
                              <m:t>​</m:t>
                            </m:r>
                          </m:e>
                        </m:d>
                      </m:e>
                      <m:sub>
                        <m:r>
                          <a:rPr lang="fr-FR" sz="2000" i="1" noProof="0">
                            <a:latin typeface="Cambria Math" panose="02040503050406030204" pitchFamily="18" charset="0"/>
                          </a:rPr>
                          <m:t>𝑖</m:t>
                        </m:r>
                      </m:sub>
                    </m:sSub>
                    <m:f>
                      <m:fPr>
                        <m:ctrlPr>
                          <a:rPr lang="fr-FR" sz="2000" i="1" noProof="0">
                            <a:latin typeface="Cambria Math" panose="02040503050406030204" pitchFamily="18" charset="0"/>
                          </a:rPr>
                        </m:ctrlPr>
                      </m:fPr>
                      <m:num>
                        <m:r>
                          <m:rPr>
                            <m:sty m:val="p"/>
                          </m:rPr>
                          <a:rPr lang="fr-FR" sz="2000" i="1" noProof="0">
                            <a:latin typeface="Cambria Math" panose="02040503050406030204" pitchFamily="18" charset="0"/>
                          </a:rPr>
                          <m:t>Δ</m:t>
                        </m:r>
                        <m:r>
                          <a:rPr lang="fr-FR" sz="2000" b="0" i="1" noProof="0" smtClean="0">
                            <a:latin typeface="Cambria Math" panose="02040503050406030204" pitchFamily="18" charset="0"/>
                          </a:rPr>
                          <m:t>𝑟</m:t>
                        </m:r>
                      </m:num>
                      <m:den>
                        <m:r>
                          <a:rPr lang="fr-FR" sz="2000" i="1" noProof="0">
                            <a:latin typeface="Cambria Math" panose="02040503050406030204" pitchFamily="18" charset="0"/>
                          </a:rPr>
                          <m:t>2!</m:t>
                        </m:r>
                      </m:den>
                    </m:f>
                    <m:r>
                      <a:rPr lang="fr-FR" sz="2000" i="1" noProof="0">
                        <a:latin typeface="Cambria Math" panose="02040503050406030204" pitchFamily="18" charset="0"/>
                      </a:rPr>
                      <m:t>+</m:t>
                    </m:r>
                    <m:r>
                      <a:rPr lang="fr-FR" sz="2000" i="1" noProof="0">
                        <a:latin typeface="Cambria Math" panose="02040503050406030204" pitchFamily="18" charset="0"/>
                      </a:rPr>
                      <m:t>𝑜</m:t>
                    </m:r>
                    <m:d>
                      <m:dPr>
                        <m:ctrlPr>
                          <a:rPr lang="fr-FR" sz="2000" i="1" noProof="0">
                            <a:latin typeface="Cambria Math" panose="02040503050406030204" pitchFamily="18" charset="0"/>
                          </a:rPr>
                        </m:ctrlPr>
                      </m:dPr>
                      <m:e>
                        <m:r>
                          <m:rPr>
                            <m:sty m:val="p"/>
                          </m:rPr>
                          <a:rPr lang="fr-FR" sz="2000" noProof="0">
                            <a:latin typeface="Cambria Math" panose="02040503050406030204" pitchFamily="18" charset="0"/>
                          </a:rPr>
                          <m:t>Δ</m:t>
                        </m:r>
                        <m:sSup>
                          <m:sSupPr>
                            <m:ctrlPr>
                              <a:rPr lang="fr-FR" sz="2000" i="1" noProof="0">
                                <a:latin typeface="Cambria Math" panose="02040503050406030204" pitchFamily="18" charset="0"/>
                              </a:rPr>
                            </m:ctrlPr>
                          </m:sSupPr>
                          <m:e>
                            <m:r>
                              <a:rPr lang="fr-FR" sz="2000" i="1" noProof="0">
                                <a:latin typeface="Cambria Math" panose="02040503050406030204" pitchFamily="18" charset="0"/>
                              </a:rPr>
                              <m:t>𝑟</m:t>
                            </m:r>
                          </m:e>
                          <m:sup>
                            <m:r>
                              <a:rPr lang="fr-FR" sz="2000" b="0" i="1" noProof="0" smtClean="0">
                                <a:latin typeface="Cambria Math" panose="02040503050406030204" pitchFamily="18" charset="0"/>
                              </a:rPr>
                              <m:t>2</m:t>
                            </m:r>
                          </m:sup>
                        </m:sSup>
                      </m:e>
                    </m:d>
                  </m:oMath>
                </a14:m>
                <a:endParaRPr lang="fr-FR" sz="2000" b="0" i="1" noProof="0" dirty="0">
                  <a:latin typeface="Cambria Math" panose="02040503050406030204" pitchFamily="18" charset="0"/>
                </a:endParaRPr>
              </a:p>
              <a:p>
                <a:r>
                  <a:rPr lang="fr-FR" sz="2000" b="0" noProof="0" dirty="0"/>
                  <a:t>2) </a:t>
                </a:r>
                <a14:m>
                  <m:oMath xmlns:m="http://schemas.openxmlformats.org/officeDocument/2006/math">
                    <m:r>
                      <a:rPr lang="fr-FR" sz="2000" b="0" i="1" noProof="0" smtClean="0">
                        <a:latin typeface="Cambria Math" panose="02040503050406030204" pitchFamily="18" charset="0"/>
                      </a:rPr>
                      <m:t> </m:t>
                    </m:r>
                    <m:sSub>
                      <m:sSubPr>
                        <m:ctrlPr>
                          <a:rPr lang="fr-FR" sz="2000" b="0" i="1" noProof="0" smtClean="0">
                            <a:latin typeface="Cambria Math" panose="02040503050406030204" pitchFamily="18" charset="0"/>
                          </a:rPr>
                        </m:ctrlPr>
                      </m:sSubPr>
                      <m:e>
                        <m:r>
                          <a:rPr lang="fr-FR" sz="2000" b="0" i="1" noProof="0" smtClean="0">
                            <a:latin typeface="Cambria Math" panose="02040503050406030204" pitchFamily="18" charset="0"/>
                          </a:rPr>
                          <m:t>𝐶</m:t>
                        </m:r>
                      </m:e>
                      <m:sub>
                        <m:r>
                          <a:rPr lang="fr-FR" sz="2000" b="0" i="1" noProof="0" smtClean="0">
                            <a:latin typeface="Cambria Math" panose="02040503050406030204" pitchFamily="18" charset="0"/>
                          </a:rPr>
                          <m:t>𝑖</m:t>
                        </m:r>
                        <m:r>
                          <a:rPr lang="fr-FR" sz="2000" b="0" i="1" noProof="0" smtClean="0">
                            <a:latin typeface="Cambria Math" panose="02040503050406030204" pitchFamily="18" charset="0"/>
                          </a:rPr>
                          <m:t>−1</m:t>
                        </m:r>
                      </m:sub>
                    </m:sSub>
                    <m:r>
                      <a:rPr lang="fr-FR" sz="2000" b="0" i="1" noProof="0" smtClean="0">
                        <a:latin typeface="Cambria Math" panose="02040503050406030204" pitchFamily="18" charset="0"/>
                      </a:rPr>
                      <m:t>=</m:t>
                    </m:r>
                    <m:sSub>
                      <m:sSubPr>
                        <m:ctrlPr>
                          <a:rPr lang="fr-FR" sz="2000" b="0" i="1" noProof="0" smtClean="0">
                            <a:latin typeface="Cambria Math" panose="02040503050406030204" pitchFamily="18" charset="0"/>
                          </a:rPr>
                        </m:ctrlPr>
                      </m:sSubPr>
                      <m:e>
                        <m:r>
                          <a:rPr lang="fr-FR" sz="2000" b="0" i="1" noProof="0" smtClean="0">
                            <a:latin typeface="Cambria Math" panose="02040503050406030204" pitchFamily="18" charset="0"/>
                          </a:rPr>
                          <m:t>𝐶</m:t>
                        </m:r>
                      </m:e>
                      <m:sub>
                        <m:r>
                          <a:rPr lang="fr-FR" sz="2000" b="0" i="1" noProof="0" smtClean="0">
                            <a:latin typeface="Cambria Math" panose="02040503050406030204" pitchFamily="18" charset="0"/>
                          </a:rPr>
                          <m:t>𝑖</m:t>
                        </m:r>
                      </m:sub>
                    </m:sSub>
                    <m:r>
                      <a:rPr lang="fr-FR" sz="2000" b="0" i="1" noProof="0" smtClean="0">
                        <a:latin typeface="Cambria Math" panose="02040503050406030204" pitchFamily="18" charset="0"/>
                      </a:rPr>
                      <m:t>−</m:t>
                    </m:r>
                    <m:f>
                      <m:fPr>
                        <m:ctrlPr>
                          <a:rPr lang="fr-FR" sz="2000" b="0" i="1" noProof="0" smtClean="0">
                            <a:latin typeface="Cambria Math" panose="02040503050406030204" pitchFamily="18" charset="0"/>
                          </a:rPr>
                        </m:ctrlPr>
                      </m:fPr>
                      <m:num>
                        <m:r>
                          <a:rPr lang="fr-FR" sz="2000" b="0" i="1" noProof="0" smtClean="0">
                            <a:latin typeface="Cambria Math" panose="02040503050406030204" pitchFamily="18" charset="0"/>
                          </a:rPr>
                          <m:t>𝜕</m:t>
                        </m:r>
                        <m:r>
                          <m:rPr>
                            <m:sty m:val="p"/>
                          </m:rPr>
                          <a:rPr lang="fr-FR" sz="2000" b="0" i="1" noProof="0" smtClean="0">
                            <a:latin typeface="Cambria Math" panose="02040503050406030204" pitchFamily="18" charset="0"/>
                          </a:rPr>
                          <m:t>C</m:t>
                        </m:r>
                      </m:num>
                      <m:den>
                        <m:r>
                          <a:rPr lang="fr-FR" sz="2000" b="0" i="1" noProof="0" smtClean="0">
                            <a:latin typeface="Cambria Math" panose="02040503050406030204" pitchFamily="18" charset="0"/>
                          </a:rPr>
                          <m:t>𝜕</m:t>
                        </m:r>
                        <m:r>
                          <m:rPr>
                            <m:sty m:val="p"/>
                          </m:rPr>
                          <a:rPr lang="fr-FR" sz="2000" b="0" i="1" noProof="0" smtClean="0">
                            <a:latin typeface="Cambria Math" panose="02040503050406030204" pitchFamily="18" charset="0"/>
                          </a:rPr>
                          <m:t>r</m:t>
                        </m:r>
                      </m:den>
                    </m:f>
                    <m:sSub>
                      <m:sSubPr>
                        <m:ctrlPr>
                          <a:rPr lang="fr-FR" sz="2000" b="0" i="1" noProof="0" smtClean="0">
                            <a:latin typeface="Cambria Math" panose="02040503050406030204" pitchFamily="18" charset="0"/>
                          </a:rPr>
                        </m:ctrlPr>
                      </m:sSubPr>
                      <m:e>
                        <m:d>
                          <m:dPr>
                            <m:begChr m:val=""/>
                            <m:endChr m:val="|"/>
                            <m:ctrlPr>
                              <a:rPr lang="fr-FR" sz="2000" b="0" i="1" noProof="0" smtClean="0">
                                <a:latin typeface="Cambria Math" panose="02040503050406030204" pitchFamily="18" charset="0"/>
                              </a:rPr>
                            </m:ctrlPr>
                          </m:dPr>
                          <m:e>
                            <m:r>
                              <a:rPr lang="fr-FR" sz="2000" b="0" i="1" noProof="0" smtClean="0">
                                <a:latin typeface="Cambria Math" panose="02040503050406030204" pitchFamily="18" charset="0"/>
                              </a:rPr>
                              <m:t>​</m:t>
                            </m:r>
                          </m:e>
                        </m:d>
                      </m:e>
                      <m:sub>
                        <m:r>
                          <a:rPr lang="fr-FR" sz="2000" b="0" i="1" noProof="0" smtClean="0">
                            <a:latin typeface="Cambria Math" panose="02040503050406030204" pitchFamily="18" charset="0"/>
                          </a:rPr>
                          <m:t>𝑖</m:t>
                        </m:r>
                      </m:sub>
                    </m:sSub>
                    <m:r>
                      <m:rPr>
                        <m:sty m:val="p"/>
                      </m:rPr>
                      <a:rPr lang="fr-FR" sz="2000" b="0" i="0" noProof="0" smtClean="0">
                        <a:latin typeface="Cambria Math" panose="02040503050406030204" pitchFamily="18" charset="0"/>
                      </a:rPr>
                      <m:t>Δ</m:t>
                    </m:r>
                    <m:r>
                      <a:rPr lang="fr-FR" sz="2000" b="0" i="1" noProof="0" smtClean="0">
                        <a:latin typeface="Cambria Math" panose="02040503050406030204" pitchFamily="18" charset="0"/>
                      </a:rPr>
                      <m:t>𝑟</m:t>
                    </m:r>
                    <m:r>
                      <a:rPr lang="fr-FR" sz="2000" b="0" i="1" noProof="0" smtClean="0">
                        <a:latin typeface="Cambria Math" panose="02040503050406030204" pitchFamily="18" charset="0"/>
                      </a:rPr>
                      <m:t>+</m:t>
                    </m:r>
                    <m:f>
                      <m:fPr>
                        <m:ctrlPr>
                          <a:rPr lang="fr-FR" sz="2000" b="0" i="1" noProof="0" smtClean="0">
                            <a:latin typeface="Cambria Math" panose="02040503050406030204" pitchFamily="18" charset="0"/>
                          </a:rPr>
                        </m:ctrlPr>
                      </m:fPr>
                      <m:num>
                        <m:sSup>
                          <m:sSupPr>
                            <m:ctrlPr>
                              <a:rPr lang="fr-FR" sz="2000" b="0" i="1" noProof="0" smtClean="0">
                                <a:latin typeface="Cambria Math" panose="02040503050406030204" pitchFamily="18" charset="0"/>
                              </a:rPr>
                            </m:ctrlPr>
                          </m:sSupPr>
                          <m:e>
                            <m:r>
                              <a:rPr lang="fr-FR" sz="2000" b="0" i="1" noProof="0" smtClean="0">
                                <a:latin typeface="Cambria Math" panose="02040503050406030204" pitchFamily="18" charset="0"/>
                              </a:rPr>
                              <m:t>𝜕</m:t>
                            </m:r>
                          </m:e>
                          <m:sup>
                            <m:r>
                              <a:rPr lang="fr-FR" sz="2000" b="0" i="1" noProof="0" smtClean="0">
                                <a:latin typeface="Cambria Math" panose="02040503050406030204" pitchFamily="18" charset="0"/>
                              </a:rPr>
                              <m:t>2</m:t>
                            </m:r>
                          </m:sup>
                        </m:sSup>
                        <m:r>
                          <a:rPr lang="fr-FR" sz="2000" b="0" i="1" noProof="0" smtClean="0">
                            <a:latin typeface="Cambria Math" panose="02040503050406030204" pitchFamily="18" charset="0"/>
                          </a:rPr>
                          <m:t>𝐶</m:t>
                        </m:r>
                      </m:num>
                      <m:den>
                        <m:r>
                          <a:rPr lang="fr-FR" sz="2000" b="0" i="1" noProof="0" smtClean="0">
                            <a:latin typeface="Cambria Math" panose="02040503050406030204" pitchFamily="18" charset="0"/>
                          </a:rPr>
                          <m:t>𝜕</m:t>
                        </m:r>
                        <m:sSup>
                          <m:sSupPr>
                            <m:ctrlPr>
                              <a:rPr lang="fr-FR" sz="2000" b="0" i="1" noProof="0" smtClean="0">
                                <a:latin typeface="Cambria Math" panose="02040503050406030204" pitchFamily="18" charset="0"/>
                              </a:rPr>
                            </m:ctrlPr>
                          </m:sSupPr>
                          <m:e>
                            <m:r>
                              <a:rPr lang="fr-FR" sz="2000" b="0" i="1" noProof="0" smtClean="0">
                                <a:latin typeface="Cambria Math" panose="02040503050406030204" pitchFamily="18" charset="0"/>
                              </a:rPr>
                              <m:t>𝑟</m:t>
                            </m:r>
                          </m:e>
                          <m:sup>
                            <m:r>
                              <a:rPr lang="fr-FR" sz="2000" b="0" i="1" noProof="0" smtClean="0">
                                <a:latin typeface="Cambria Math" panose="02040503050406030204" pitchFamily="18" charset="0"/>
                              </a:rPr>
                              <m:t>2</m:t>
                            </m:r>
                          </m:sup>
                        </m:sSup>
                      </m:den>
                    </m:f>
                    <m:sSub>
                      <m:sSubPr>
                        <m:ctrlPr>
                          <a:rPr lang="fr-FR" sz="2000" b="0" i="1" noProof="0" smtClean="0">
                            <a:latin typeface="Cambria Math" panose="02040503050406030204" pitchFamily="18" charset="0"/>
                          </a:rPr>
                        </m:ctrlPr>
                      </m:sSubPr>
                      <m:e>
                        <m:d>
                          <m:dPr>
                            <m:begChr m:val=""/>
                            <m:endChr m:val="|"/>
                            <m:ctrlPr>
                              <a:rPr lang="fr-FR" sz="2000" b="0" i="1" noProof="0" smtClean="0">
                                <a:latin typeface="Cambria Math" panose="02040503050406030204" pitchFamily="18" charset="0"/>
                              </a:rPr>
                            </m:ctrlPr>
                          </m:dPr>
                          <m:e>
                            <m:r>
                              <a:rPr lang="fr-FR" sz="2000" b="0" i="1" noProof="0" smtClean="0">
                                <a:latin typeface="Cambria Math" panose="02040503050406030204" pitchFamily="18" charset="0"/>
                              </a:rPr>
                              <m:t>​</m:t>
                            </m:r>
                          </m:e>
                        </m:d>
                      </m:e>
                      <m:sub>
                        <m:r>
                          <a:rPr lang="fr-FR" sz="2000" b="0" i="1" noProof="0" smtClean="0">
                            <a:latin typeface="Cambria Math" panose="02040503050406030204" pitchFamily="18" charset="0"/>
                          </a:rPr>
                          <m:t>𝑖</m:t>
                        </m:r>
                      </m:sub>
                    </m:sSub>
                    <m:f>
                      <m:fPr>
                        <m:ctrlPr>
                          <a:rPr lang="fr-FR" sz="2000" b="0" i="1" noProof="0" smtClean="0">
                            <a:latin typeface="Cambria Math" panose="02040503050406030204" pitchFamily="18" charset="0"/>
                          </a:rPr>
                        </m:ctrlPr>
                      </m:fPr>
                      <m:num>
                        <m:sSup>
                          <m:sSupPr>
                            <m:ctrlPr>
                              <a:rPr lang="fr-FR" sz="2000" b="0" i="1" noProof="0" smtClean="0">
                                <a:latin typeface="Cambria Math" panose="02040503050406030204" pitchFamily="18" charset="0"/>
                              </a:rPr>
                            </m:ctrlPr>
                          </m:sSupPr>
                          <m:e>
                            <m:d>
                              <m:dPr>
                                <m:ctrlPr>
                                  <a:rPr lang="fr-FR" sz="2000" b="0" i="1" noProof="0" smtClean="0">
                                    <a:latin typeface="Cambria Math" panose="02040503050406030204" pitchFamily="18" charset="0"/>
                                  </a:rPr>
                                </m:ctrlPr>
                              </m:dPr>
                              <m:e>
                                <m:r>
                                  <a:rPr lang="fr-FR" sz="2000" b="0" i="1" noProof="0" smtClean="0">
                                    <a:latin typeface="Cambria Math" panose="02040503050406030204" pitchFamily="18" charset="0"/>
                                  </a:rPr>
                                  <m:t>−</m:t>
                                </m:r>
                                <m:r>
                                  <m:rPr>
                                    <m:sty m:val="p"/>
                                  </m:rPr>
                                  <a:rPr lang="fr-FR" sz="2000" b="0" i="0" noProof="0" smtClean="0">
                                    <a:latin typeface="Cambria Math" panose="02040503050406030204" pitchFamily="18" charset="0"/>
                                  </a:rPr>
                                  <m:t>Δ</m:t>
                                </m:r>
                                <m:r>
                                  <a:rPr lang="fr-FR" sz="2000" b="0" i="1" noProof="0" smtClean="0">
                                    <a:latin typeface="Cambria Math" panose="02040503050406030204" pitchFamily="18" charset="0"/>
                                  </a:rPr>
                                  <m:t>𝑟</m:t>
                                </m:r>
                              </m:e>
                            </m:d>
                          </m:e>
                          <m:sup>
                            <m:r>
                              <a:rPr lang="fr-FR" sz="2000" b="0" i="1" noProof="0" smtClean="0">
                                <a:latin typeface="Cambria Math" panose="02040503050406030204" pitchFamily="18" charset="0"/>
                              </a:rPr>
                              <m:t>2</m:t>
                            </m:r>
                          </m:sup>
                        </m:sSup>
                      </m:num>
                      <m:den>
                        <m:r>
                          <a:rPr lang="fr-FR" sz="2000" b="0" i="1" noProof="0" smtClean="0">
                            <a:latin typeface="Cambria Math" panose="02040503050406030204" pitchFamily="18" charset="0"/>
                          </a:rPr>
                          <m:t>2!</m:t>
                        </m:r>
                      </m:den>
                    </m:f>
                    <m:r>
                      <a:rPr lang="fr-FR" sz="2000" b="0" i="1" noProof="0" smtClean="0">
                        <a:latin typeface="Cambria Math" panose="02040503050406030204" pitchFamily="18" charset="0"/>
                      </a:rPr>
                      <m:t>+</m:t>
                    </m:r>
                    <m:r>
                      <a:rPr lang="fr-FR" sz="2000" b="0" i="1" noProof="0" smtClean="0">
                        <a:latin typeface="Cambria Math" panose="02040503050406030204" pitchFamily="18" charset="0"/>
                      </a:rPr>
                      <m:t>𝑜</m:t>
                    </m:r>
                    <m:d>
                      <m:dPr>
                        <m:ctrlPr>
                          <a:rPr lang="fr-FR" sz="2000" b="0" i="1" noProof="0" smtClean="0">
                            <a:latin typeface="Cambria Math" panose="02040503050406030204" pitchFamily="18" charset="0"/>
                          </a:rPr>
                        </m:ctrlPr>
                      </m:dPr>
                      <m:e>
                        <m:r>
                          <m:rPr>
                            <m:sty m:val="p"/>
                          </m:rPr>
                          <a:rPr lang="fr-FR" sz="2000" b="0" i="0" noProof="0" smtClean="0">
                            <a:latin typeface="Cambria Math" panose="02040503050406030204" pitchFamily="18" charset="0"/>
                          </a:rPr>
                          <m:t>Δ</m:t>
                        </m:r>
                        <m:sSup>
                          <m:sSupPr>
                            <m:ctrlPr>
                              <a:rPr lang="fr-FR" sz="2000" b="0" i="1" noProof="0" smtClean="0">
                                <a:latin typeface="Cambria Math" panose="02040503050406030204" pitchFamily="18" charset="0"/>
                              </a:rPr>
                            </m:ctrlPr>
                          </m:sSupPr>
                          <m:e>
                            <m:r>
                              <a:rPr lang="fr-FR" sz="2000" b="0" i="1" noProof="0" smtClean="0">
                                <a:latin typeface="Cambria Math" panose="02040503050406030204" pitchFamily="18" charset="0"/>
                              </a:rPr>
                              <m:t>𝑟</m:t>
                            </m:r>
                          </m:e>
                          <m:sup>
                            <m:r>
                              <a:rPr lang="fr-FR" sz="2000" b="0" i="1" noProof="0" smtClean="0">
                                <a:latin typeface="Cambria Math" panose="02040503050406030204" pitchFamily="18" charset="0"/>
                              </a:rPr>
                              <m:t>3</m:t>
                            </m:r>
                          </m:sup>
                        </m:sSup>
                      </m:e>
                    </m:d>
                    <m:r>
                      <a:rPr lang="fr-FR" sz="2000" i="1" noProof="0" smtClean="0">
                        <a:latin typeface="Cambria Math" panose="02040503050406030204" pitchFamily="18" charset="0"/>
                      </a:rPr>
                      <m:t>→</m:t>
                    </m:r>
                    <m:f>
                      <m:fPr>
                        <m:ctrlPr>
                          <a:rPr lang="fr-FR" sz="2000" i="1" noProof="0" smtClean="0">
                            <a:latin typeface="Cambria Math" panose="02040503050406030204" pitchFamily="18" charset="0"/>
                          </a:rPr>
                        </m:ctrlPr>
                      </m:fPr>
                      <m:num>
                        <m:sSub>
                          <m:sSubPr>
                            <m:ctrlPr>
                              <a:rPr lang="fr-FR" sz="2000" i="1" noProof="0">
                                <a:latin typeface="Cambria Math" panose="02040503050406030204" pitchFamily="18" charset="0"/>
                              </a:rPr>
                            </m:ctrlPr>
                          </m:sSubPr>
                          <m:e>
                            <m:r>
                              <a:rPr lang="fr-FR" sz="2000" i="1" noProof="0">
                                <a:latin typeface="Cambria Math" panose="02040503050406030204" pitchFamily="18" charset="0"/>
                              </a:rPr>
                              <m:t>𝐶</m:t>
                            </m:r>
                          </m:e>
                          <m:sub>
                            <m:r>
                              <a:rPr lang="fr-FR" sz="2000" i="1" noProof="0">
                                <a:latin typeface="Cambria Math" panose="02040503050406030204" pitchFamily="18" charset="0"/>
                              </a:rPr>
                              <m:t>𝑖</m:t>
                            </m:r>
                            <m:r>
                              <a:rPr lang="fr-FR" sz="2000" b="0" i="1" noProof="0" smtClean="0">
                                <a:latin typeface="Cambria Math" panose="02040503050406030204" pitchFamily="18" charset="0"/>
                              </a:rPr>
                              <m:t>−1</m:t>
                            </m:r>
                          </m:sub>
                        </m:sSub>
                        <m:r>
                          <a:rPr lang="fr-FR" sz="2000" b="0" i="1" noProof="0" smtClean="0">
                            <a:latin typeface="Cambria Math" panose="02040503050406030204" pitchFamily="18" charset="0"/>
                          </a:rPr>
                          <m:t>−</m:t>
                        </m:r>
                        <m:sSub>
                          <m:sSubPr>
                            <m:ctrlPr>
                              <a:rPr lang="fr-FR" sz="2000" i="1" noProof="0" smtClean="0">
                                <a:latin typeface="Cambria Math" panose="02040503050406030204" pitchFamily="18" charset="0"/>
                              </a:rPr>
                            </m:ctrlPr>
                          </m:sSubPr>
                          <m:e>
                            <m:r>
                              <a:rPr lang="fr-FR" sz="2000" i="1" noProof="0" smtClean="0">
                                <a:latin typeface="Cambria Math" panose="02040503050406030204" pitchFamily="18" charset="0"/>
                              </a:rPr>
                              <m:t>𝐶</m:t>
                            </m:r>
                          </m:e>
                          <m:sub>
                            <m:r>
                              <a:rPr lang="fr-FR" sz="2000" i="1" noProof="0" smtClean="0">
                                <a:latin typeface="Cambria Math" panose="02040503050406030204" pitchFamily="18" charset="0"/>
                              </a:rPr>
                              <m:t>𝑖</m:t>
                            </m:r>
                          </m:sub>
                        </m:sSub>
                      </m:num>
                      <m:den>
                        <m:r>
                          <a:rPr lang="fr-FR" sz="2000" b="1" i="1" noProof="0">
                            <a:latin typeface="Cambria Math" panose="02040503050406030204" pitchFamily="18" charset="0"/>
                          </a:rPr>
                          <m:t>𝜟</m:t>
                        </m:r>
                        <m:r>
                          <a:rPr lang="fr-FR" sz="2000" b="1" i="1" noProof="0" smtClean="0">
                            <a:latin typeface="Cambria Math" panose="02040503050406030204" pitchFamily="18" charset="0"/>
                          </a:rPr>
                          <m:t>𝒓</m:t>
                        </m:r>
                      </m:den>
                    </m:f>
                    <m:r>
                      <a:rPr lang="fr-FR" sz="2000" i="1" noProof="0" smtClean="0">
                        <a:latin typeface="Cambria Math" panose="02040503050406030204" pitchFamily="18" charset="0"/>
                      </a:rPr>
                      <m:t>=</m:t>
                    </m:r>
                    <m:r>
                      <a:rPr lang="fr-FR" sz="2000" b="0" i="1" noProof="0" smtClean="0">
                        <a:latin typeface="Cambria Math" panose="02040503050406030204" pitchFamily="18" charset="0"/>
                      </a:rPr>
                      <m:t>−</m:t>
                    </m:r>
                    <m:f>
                      <m:fPr>
                        <m:ctrlPr>
                          <a:rPr lang="fr-FR" sz="2000" i="1" noProof="0">
                            <a:latin typeface="Cambria Math" panose="02040503050406030204" pitchFamily="18" charset="0"/>
                          </a:rPr>
                        </m:ctrlPr>
                      </m:fPr>
                      <m:num>
                        <m:r>
                          <a:rPr lang="fr-FR" sz="2000" i="1" noProof="0">
                            <a:latin typeface="Cambria Math" panose="02040503050406030204" pitchFamily="18" charset="0"/>
                          </a:rPr>
                          <m:t>𝜕</m:t>
                        </m:r>
                        <m:r>
                          <m:rPr>
                            <m:sty m:val="p"/>
                          </m:rPr>
                          <a:rPr lang="fr-FR" sz="2000" i="1" noProof="0">
                            <a:latin typeface="Cambria Math" panose="02040503050406030204" pitchFamily="18" charset="0"/>
                          </a:rPr>
                          <m:t>C</m:t>
                        </m:r>
                      </m:num>
                      <m:den>
                        <m:r>
                          <a:rPr lang="fr-FR" sz="2000" i="1" noProof="0">
                            <a:latin typeface="Cambria Math" panose="02040503050406030204" pitchFamily="18" charset="0"/>
                          </a:rPr>
                          <m:t>𝜕</m:t>
                        </m:r>
                        <m:r>
                          <m:rPr>
                            <m:sty m:val="p"/>
                          </m:rPr>
                          <a:rPr lang="fr-FR" sz="2000" i="1" noProof="0">
                            <a:latin typeface="Cambria Math" panose="02040503050406030204" pitchFamily="18" charset="0"/>
                          </a:rPr>
                          <m:t>r</m:t>
                        </m:r>
                      </m:den>
                    </m:f>
                    <m:sSub>
                      <m:sSubPr>
                        <m:ctrlPr>
                          <a:rPr lang="fr-FR" sz="2000" i="1" noProof="0">
                            <a:latin typeface="Cambria Math" panose="02040503050406030204" pitchFamily="18" charset="0"/>
                          </a:rPr>
                        </m:ctrlPr>
                      </m:sSubPr>
                      <m:e>
                        <m:d>
                          <m:dPr>
                            <m:begChr m:val=""/>
                            <m:endChr m:val="|"/>
                            <m:ctrlPr>
                              <a:rPr lang="fr-FR" sz="2000" i="1" noProof="0">
                                <a:latin typeface="Cambria Math" panose="02040503050406030204" pitchFamily="18" charset="0"/>
                              </a:rPr>
                            </m:ctrlPr>
                          </m:dPr>
                          <m:e>
                            <m:r>
                              <a:rPr lang="fr-FR" sz="2000" i="1" noProof="0">
                                <a:latin typeface="Cambria Math" panose="02040503050406030204" pitchFamily="18" charset="0"/>
                              </a:rPr>
                              <m:t>​</m:t>
                            </m:r>
                          </m:e>
                        </m:d>
                      </m:e>
                      <m:sub>
                        <m:r>
                          <a:rPr lang="fr-FR" sz="2000" i="1" noProof="0">
                            <a:latin typeface="Cambria Math" panose="02040503050406030204" pitchFamily="18" charset="0"/>
                          </a:rPr>
                          <m:t>𝑖</m:t>
                        </m:r>
                      </m:sub>
                    </m:sSub>
                    <m:r>
                      <a:rPr lang="fr-FR" sz="2000" b="0" i="1" noProof="0" smtClean="0">
                        <a:latin typeface="Cambria Math" panose="02040503050406030204" pitchFamily="18" charset="0"/>
                      </a:rPr>
                      <m:t>+</m:t>
                    </m:r>
                    <m:f>
                      <m:fPr>
                        <m:ctrlPr>
                          <a:rPr lang="fr-FR" sz="2000" i="1" noProof="0">
                            <a:latin typeface="Cambria Math" panose="02040503050406030204" pitchFamily="18" charset="0"/>
                          </a:rPr>
                        </m:ctrlPr>
                      </m:fPr>
                      <m:num>
                        <m:sSup>
                          <m:sSupPr>
                            <m:ctrlPr>
                              <a:rPr lang="fr-FR" sz="2000" i="1" noProof="0">
                                <a:latin typeface="Cambria Math" panose="02040503050406030204" pitchFamily="18" charset="0"/>
                              </a:rPr>
                            </m:ctrlPr>
                          </m:sSupPr>
                          <m:e>
                            <m:r>
                              <a:rPr lang="fr-FR" sz="2000" i="1" noProof="0">
                                <a:latin typeface="Cambria Math" panose="02040503050406030204" pitchFamily="18" charset="0"/>
                              </a:rPr>
                              <m:t>𝜕</m:t>
                            </m:r>
                          </m:e>
                          <m:sup>
                            <m:r>
                              <a:rPr lang="fr-FR" sz="2000" i="1" noProof="0">
                                <a:latin typeface="Cambria Math" panose="02040503050406030204" pitchFamily="18" charset="0"/>
                              </a:rPr>
                              <m:t>2</m:t>
                            </m:r>
                          </m:sup>
                        </m:sSup>
                        <m:r>
                          <a:rPr lang="fr-FR" sz="2000" i="1" noProof="0">
                            <a:latin typeface="Cambria Math" panose="02040503050406030204" pitchFamily="18" charset="0"/>
                          </a:rPr>
                          <m:t>𝐶</m:t>
                        </m:r>
                      </m:num>
                      <m:den>
                        <m:r>
                          <a:rPr lang="fr-FR" sz="2000" i="1" noProof="0">
                            <a:latin typeface="Cambria Math" panose="02040503050406030204" pitchFamily="18" charset="0"/>
                          </a:rPr>
                          <m:t>𝜕</m:t>
                        </m:r>
                        <m:sSup>
                          <m:sSupPr>
                            <m:ctrlPr>
                              <a:rPr lang="fr-FR" sz="2000" i="1" noProof="0">
                                <a:latin typeface="Cambria Math" panose="02040503050406030204" pitchFamily="18" charset="0"/>
                              </a:rPr>
                            </m:ctrlPr>
                          </m:sSupPr>
                          <m:e>
                            <m:r>
                              <a:rPr lang="fr-FR" sz="2000" i="1" noProof="0">
                                <a:latin typeface="Cambria Math" panose="02040503050406030204" pitchFamily="18" charset="0"/>
                              </a:rPr>
                              <m:t>𝑟</m:t>
                            </m:r>
                          </m:e>
                          <m:sup>
                            <m:r>
                              <a:rPr lang="fr-FR" sz="2000" i="1" noProof="0">
                                <a:latin typeface="Cambria Math" panose="02040503050406030204" pitchFamily="18" charset="0"/>
                              </a:rPr>
                              <m:t>2</m:t>
                            </m:r>
                          </m:sup>
                        </m:sSup>
                      </m:den>
                    </m:f>
                    <m:sSub>
                      <m:sSubPr>
                        <m:ctrlPr>
                          <a:rPr lang="fr-FR" sz="2000" i="1" noProof="0">
                            <a:latin typeface="Cambria Math" panose="02040503050406030204" pitchFamily="18" charset="0"/>
                          </a:rPr>
                        </m:ctrlPr>
                      </m:sSubPr>
                      <m:e>
                        <m:d>
                          <m:dPr>
                            <m:begChr m:val=""/>
                            <m:endChr m:val="|"/>
                            <m:ctrlPr>
                              <a:rPr lang="fr-FR" sz="2000" i="1" noProof="0">
                                <a:latin typeface="Cambria Math" panose="02040503050406030204" pitchFamily="18" charset="0"/>
                              </a:rPr>
                            </m:ctrlPr>
                          </m:dPr>
                          <m:e>
                            <m:r>
                              <a:rPr lang="fr-FR" sz="2000" i="1" noProof="0">
                                <a:latin typeface="Cambria Math" panose="02040503050406030204" pitchFamily="18" charset="0"/>
                              </a:rPr>
                              <m:t>​</m:t>
                            </m:r>
                          </m:e>
                        </m:d>
                      </m:e>
                      <m:sub>
                        <m:r>
                          <a:rPr lang="fr-FR" sz="2000" i="1" noProof="0">
                            <a:latin typeface="Cambria Math" panose="02040503050406030204" pitchFamily="18" charset="0"/>
                          </a:rPr>
                          <m:t>𝑖</m:t>
                        </m:r>
                      </m:sub>
                    </m:sSub>
                    <m:f>
                      <m:fPr>
                        <m:ctrlPr>
                          <a:rPr lang="fr-FR" sz="2000" i="1" noProof="0">
                            <a:latin typeface="Cambria Math" panose="02040503050406030204" pitchFamily="18" charset="0"/>
                          </a:rPr>
                        </m:ctrlPr>
                      </m:fPr>
                      <m:num>
                        <m:r>
                          <m:rPr>
                            <m:sty m:val="p"/>
                          </m:rPr>
                          <a:rPr lang="fr-FR" sz="2000" i="1" noProof="0">
                            <a:latin typeface="Cambria Math" panose="02040503050406030204" pitchFamily="18" charset="0"/>
                          </a:rPr>
                          <m:t>Δ</m:t>
                        </m:r>
                        <m:r>
                          <a:rPr lang="fr-FR" sz="2000" i="1" noProof="0" smtClean="0">
                            <a:latin typeface="Cambria Math" panose="02040503050406030204" pitchFamily="18" charset="0"/>
                          </a:rPr>
                          <m:t>𝑟</m:t>
                        </m:r>
                      </m:num>
                      <m:den>
                        <m:r>
                          <a:rPr lang="fr-FR" sz="2000" i="1" noProof="0">
                            <a:latin typeface="Cambria Math" panose="02040503050406030204" pitchFamily="18" charset="0"/>
                          </a:rPr>
                          <m:t>2!</m:t>
                        </m:r>
                      </m:den>
                    </m:f>
                    <m:r>
                      <a:rPr lang="fr-FR" sz="2000" i="1" noProof="0">
                        <a:latin typeface="Cambria Math" panose="02040503050406030204" pitchFamily="18" charset="0"/>
                      </a:rPr>
                      <m:t>+</m:t>
                    </m:r>
                    <m:r>
                      <a:rPr lang="fr-FR" sz="2000" i="1" noProof="0">
                        <a:latin typeface="Cambria Math" panose="02040503050406030204" pitchFamily="18" charset="0"/>
                      </a:rPr>
                      <m:t>𝑜</m:t>
                    </m:r>
                    <m:d>
                      <m:dPr>
                        <m:ctrlPr>
                          <a:rPr lang="fr-FR" sz="2000" i="1" noProof="0">
                            <a:latin typeface="Cambria Math" panose="02040503050406030204" pitchFamily="18" charset="0"/>
                          </a:rPr>
                        </m:ctrlPr>
                      </m:dPr>
                      <m:e>
                        <m:r>
                          <m:rPr>
                            <m:sty m:val="p"/>
                          </m:rPr>
                          <a:rPr lang="fr-FR" sz="2000" noProof="0">
                            <a:latin typeface="Cambria Math" panose="02040503050406030204" pitchFamily="18" charset="0"/>
                          </a:rPr>
                          <m:t>Δ</m:t>
                        </m:r>
                        <m:sSup>
                          <m:sSupPr>
                            <m:ctrlPr>
                              <a:rPr lang="fr-FR" sz="2000" i="1" noProof="0">
                                <a:latin typeface="Cambria Math" panose="02040503050406030204" pitchFamily="18" charset="0"/>
                              </a:rPr>
                            </m:ctrlPr>
                          </m:sSupPr>
                          <m:e>
                            <m:r>
                              <a:rPr lang="fr-FR" sz="2000" i="1" noProof="0">
                                <a:latin typeface="Cambria Math" panose="02040503050406030204" pitchFamily="18" charset="0"/>
                              </a:rPr>
                              <m:t>𝑟</m:t>
                            </m:r>
                          </m:e>
                          <m:sup>
                            <m:r>
                              <a:rPr lang="fr-FR" sz="2000" i="1" noProof="0" smtClean="0">
                                <a:latin typeface="Cambria Math" panose="02040503050406030204" pitchFamily="18" charset="0"/>
                              </a:rPr>
                              <m:t>2</m:t>
                            </m:r>
                          </m:sup>
                        </m:sSup>
                      </m:e>
                    </m:d>
                  </m:oMath>
                </a14:m>
                <a:endParaRPr lang="fr-FR" sz="2000" b="0" i="1" noProof="0" dirty="0">
                  <a:latin typeface="Cambria Math" panose="02040503050406030204" pitchFamily="18" charset="0"/>
                </a:endParaRPr>
              </a:p>
              <a:p>
                <a:r>
                  <a:rPr lang="fr-FR" sz="2000" noProof="0" dirty="0"/>
                  <a:t>1) + 2) =&gt;</a:t>
                </a:r>
                <a14:m>
                  <m:oMath xmlns:m="http://schemas.openxmlformats.org/officeDocument/2006/math">
                    <m:f>
                      <m:fPr>
                        <m:ctrlPr>
                          <a:rPr lang="fr-FR" sz="2000" i="1" noProof="0">
                            <a:latin typeface="Cambria Math" panose="02040503050406030204" pitchFamily="18" charset="0"/>
                          </a:rPr>
                        </m:ctrlPr>
                      </m:fPr>
                      <m:num>
                        <m:sSub>
                          <m:sSubPr>
                            <m:ctrlPr>
                              <a:rPr lang="fr-FR" sz="2000" i="1" noProof="0">
                                <a:latin typeface="Cambria Math" panose="02040503050406030204" pitchFamily="18" charset="0"/>
                              </a:rPr>
                            </m:ctrlPr>
                          </m:sSubPr>
                          <m:e>
                            <m:r>
                              <a:rPr lang="fr-FR" sz="2000" i="1" noProof="0">
                                <a:latin typeface="Cambria Math" panose="02040503050406030204" pitchFamily="18" charset="0"/>
                              </a:rPr>
                              <m:t>𝐶</m:t>
                            </m:r>
                          </m:e>
                          <m:sub>
                            <m:r>
                              <a:rPr lang="fr-FR" sz="2000" i="1" noProof="0">
                                <a:latin typeface="Cambria Math" panose="02040503050406030204" pitchFamily="18" charset="0"/>
                              </a:rPr>
                              <m:t>𝑖</m:t>
                            </m:r>
                            <m:r>
                              <a:rPr lang="fr-FR" sz="2000" i="1" noProof="0">
                                <a:latin typeface="Cambria Math" panose="02040503050406030204" pitchFamily="18" charset="0"/>
                              </a:rPr>
                              <m:t>+1</m:t>
                            </m:r>
                          </m:sub>
                        </m:sSub>
                        <m:r>
                          <a:rPr lang="fr-FR" sz="2000" i="1" noProof="0">
                            <a:latin typeface="Cambria Math" panose="02040503050406030204" pitchFamily="18" charset="0"/>
                          </a:rPr>
                          <m:t>−2</m:t>
                        </m:r>
                        <m:sSub>
                          <m:sSubPr>
                            <m:ctrlPr>
                              <a:rPr lang="fr-FR" sz="2000" i="1" noProof="0">
                                <a:latin typeface="Cambria Math" panose="02040503050406030204" pitchFamily="18" charset="0"/>
                              </a:rPr>
                            </m:ctrlPr>
                          </m:sSubPr>
                          <m:e>
                            <m:r>
                              <a:rPr lang="fr-FR" sz="2000" i="1" noProof="0">
                                <a:latin typeface="Cambria Math" panose="02040503050406030204" pitchFamily="18" charset="0"/>
                              </a:rPr>
                              <m:t>𝐶</m:t>
                            </m:r>
                          </m:e>
                          <m:sub>
                            <m:r>
                              <a:rPr lang="fr-FR" sz="2000" i="1" noProof="0">
                                <a:latin typeface="Cambria Math" panose="02040503050406030204" pitchFamily="18" charset="0"/>
                              </a:rPr>
                              <m:t>𝑖</m:t>
                            </m:r>
                          </m:sub>
                        </m:sSub>
                        <m:r>
                          <a:rPr lang="fr-FR" sz="2000" i="1" noProof="0">
                            <a:latin typeface="Cambria Math" panose="02040503050406030204" pitchFamily="18" charset="0"/>
                          </a:rPr>
                          <m:t>+</m:t>
                        </m:r>
                        <m:sSub>
                          <m:sSubPr>
                            <m:ctrlPr>
                              <a:rPr lang="fr-FR" sz="2000" i="1" noProof="0">
                                <a:latin typeface="Cambria Math" panose="02040503050406030204" pitchFamily="18" charset="0"/>
                              </a:rPr>
                            </m:ctrlPr>
                          </m:sSubPr>
                          <m:e>
                            <m:r>
                              <a:rPr lang="fr-FR" sz="2000" i="1" noProof="0">
                                <a:latin typeface="Cambria Math" panose="02040503050406030204" pitchFamily="18" charset="0"/>
                              </a:rPr>
                              <m:t>𝐶</m:t>
                            </m:r>
                          </m:e>
                          <m:sub>
                            <m:r>
                              <a:rPr lang="fr-FR" sz="2000" i="1" noProof="0">
                                <a:latin typeface="Cambria Math" panose="02040503050406030204" pitchFamily="18" charset="0"/>
                              </a:rPr>
                              <m:t>𝑖</m:t>
                            </m:r>
                            <m:r>
                              <a:rPr lang="fr-FR" sz="2000" i="1" noProof="0">
                                <a:latin typeface="Cambria Math" panose="02040503050406030204" pitchFamily="18" charset="0"/>
                              </a:rPr>
                              <m:t>−1</m:t>
                            </m:r>
                          </m:sub>
                        </m:sSub>
                      </m:num>
                      <m:den>
                        <m:r>
                          <m:rPr>
                            <m:sty m:val="p"/>
                          </m:rPr>
                          <a:rPr lang="fr-FR" sz="2000" i="1" noProof="0">
                            <a:latin typeface="Cambria Math" panose="02040503050406030204" pitchFamily="18" charset="0"/>
                          </a:rPr>
                          <m:t>Δr</m:t>
                        </m:r>
                        <m:r>
                          <a:rPr lang="fr-FR" sz="2000" i="1" noProof="0">
                            <a:latin typeface="Cambria Math" panose="02040503050406030204" pitchFamily="18" charset="0"/>
                          </a:rPr>
                          <m:t>²</m:t>
                        </m:r>
                      </m:den>
                    </m:f>
                    <m:r>
                      <a:rPr lang="fr-FR" sz="2000" b="0" i="1" noProof="0" smtClean="0">
                        <a:latin typeface="Cambria Math" panose="02040503050406030204" pitchFamily="18" charset="0"/>
                      </a:rPr>
                      <m:t>= </m:t>
                    </m:r>
                    <m:f>
                      <m:fPr>
                        <m:ctrlPr>
                          <a:rPr lang="fr-FR" sz="2000" i="1" noProof="0">
                            <a:latin typeface="Cambria Math" panose="02040503050406030204" pitchFamily="18" charset="0"/>
                          </a:rPr>
                        </m:ctrlPr>
                      </m:fPr>
                      <m:num>
                        <m:sSup>
                          <m:sSupPr>
                            <m:ctrlPr>
                              <a:rPr lang="fr-FR" sz="2000" i="1" noProof="0">
                                <a:latin typeface="Cambria Math" panose="02040503050406030204" pitchFamily="18" charset="0"/>
                              </a:rPr>
                            </m:ctrlPr>
                          </m:sSupPr>
                          <m:e>
                            <m:r>
                              <a:rPr lang="fr-FR" sz="2000" i="1" noProof="0">
                                <a:latin typeface="Cambria Math" panose="02040503050406030204" pitchFamily="18" charset="0"/>
                              </a:rPr>
                              <m:t>𝜕</m:t>
                            </m:r>
                          </m:e>
                          <m:sup>
                            <m:r>
                              <a:rPr lang="fr-FR" sz="2000" i="1" noProof="0">
                                <a:latin typeface="Cambria Math" panose="02040503050406030204" pitchFamily="18" charset="0"/>
                              </a:rPr>
                              <m:t>2</m:t>
                            </m:r>
                          </m:sup>
                        </m:sSup>
                        <m:r>
                          <a:rPr lang="fr-FR" sz="2000" i="1" noProof="0">
                            <a:latin typeface="Cambria Math" panose="02040503050406030204" pitchFamily="18" charset="0"/>
                          </a:rPr>
                          <m:t>𝐶</m:t>
                        </m:r>
                      </m:num>
                      <m:den>
                        <m:r>
                          <a:rPr lang="fr-FR" sz="2000" i="1" noProof="0">
                            <a:latin typeface="Cambria Math" panose="02040503050406030204" pitchFamily="18" charset="0"/>
                          </a:rPr>
                          <m:t>𝜕</m:t>
                        </m:r>
                        <m:sSup>
                          <m:sSupPr>
                            <m:ctrlPr>
                              <a:rPr lang="fr-FR" sz="2000" i="1" noProof="0">
                                <a:latin typeface="Cambria Math" panose="02040503050406030204" pitchFamily="18" charset="0"/>
                              </a:rPr>
                            </m:ctrlPr>
                          </m:sSupPr>
                          <m:e>
                            <m:r>
                              <a:rPr lang="fr-FR" sz="2000" i="1" noProof="0">
                                <a:latin typeface="Cambria Math" panose="02040503050406030204" pitchFamily="18" charset="0"/>
                              </a:rPr>
                              <m:t>𝑟</m:t>
                            </m:r>
                          </m:e>
                          <m:sup>
                            <m:r>
                              <a:rPr lang="fr-FR" sz="2000" i="1" noProof="0">
                                <a:latin typeface="Cambria Math" panose="02040503050406030204" pitchFamily="18" charset="0"/>
                              </a:rPr>
                              <m:t>2</m:t>
                            </m:r>
                          </m:sup>
                        </m:sSup>
                      </m:den>
                    </m:f>
                    <m:sSub>
                      <m:sSubPr>
                        <m:ctrlPr>
                          <a:rPr lang="fr-FR" sz="2000" i="1" noProof="0">
                            <a:latin typeface="Cambria Math" panose="02040503050406030204" pitchFamily="18" charset="0"/>
                          </a:rPr>
                        </m:ctrlPr>
                      </m:sSubPr>
                      <m:e>
                        <m:d>
                          <m:dPr>
                            <m:begChr m:val=""/>
                            <m:endChr m:val="|"/>
                            <m:ctrlPr>
                              <a:rPr lang="fr-FR" sz="2000" i="1" noProof="0">
                                <a:latin typeface="Cambria Math" panose="02040503050406030204" pitchFamily="18" charset="0"/>
                              </a:rPr>
                            </m:ctrlPr>
                          </m:dPr>
                          <m:e>
                            <m:r>
                              <a:rPr lang="fr-FR" sz="2000" i="1" noProof="0">
                                <a:latin typeface="Cambria Math" panose="02040503050406030204" pitchFamily="18" charset="0"/>
                              </a:rPr>
                              <m:t>​</m:t>
                            </m:r>
                          </m:e>
                        </m:d>
                      </m:e>
                      <m:sub>
                        <m:r>
                          <a:rPr lang="fr-FR" sz="2000" i="1" noProof="0">
                            <a:latin typeface="Cambria Math" panose="02040503050406030204" pitchFamily="18" charset="0"/>
                          </a:rPr>
                          <m:t>𝑖</m:t>
                        </m:r>
                      </m:sub>
                    </m:sSub>
                    <m:r>
                      <a:rPr lang="fr-FR" sz="2000" b="0" i="1" noProof="0" smtClean="0">
                        <a:latin typeface="Cambria Math" panose="02040503050406030204" pitchFamily="18" charset="0"/>
                      </a:rPr>
                      <m:t>+</m:t>
                    </m:r>
                    <m:r>
                      <a:rPr lang="fr-FR" sz="2000" b="0" i="1" noProof="0" smtClean="0">
                        <a:latin typeface="Cambria Math" panose="02040503050406030204" pitchFamily="18" charset="0"/>
                      </a:rPr>
                      <m:t>𝑜</m:t>
                    </m:r>
                    <m:r>
                      <a:rPr lang="fr-FR" sz="2000" b="0" i="1" noProof="0" smtClean="0">
                        <a:latin typeface="Cambria Math" panose="02040503050406030204" pitchFamily="18" charset="0"/>
                      </a:rPr>
                      <m:t>(</m:t>
                    </m:r>
                    <m:r>
                      <m:rPr>
                        <m:sty m:val="p"/>
                      </m:rPr>
                      <a:rPr lang="fr-FR" sz="2000" noProof="0">
                        <a:latin typeface="Cambria Math" panose="02040503050406030204" pitchFamily="18" charset="0"/>
                      </a:rPr>
                      <m:t>Δ</m:t>
                    </m:r>
                    <m:sSup>
                      <m:sSupPr>
                        <m:ctrlPr>
                          <a:rPr lang="fr-FR" sz="2000" i="1" noProof="0">
                            <a:latin typeface="Cambria Math" panose="02040503050406030204" pitchFamily="18" charset="0"/>
                          </a:rPr>
                        </m:ctrlPr>
                      </m:sSupPr>
                      <m:e>
                        <m:r>
                          <a:rPr lang="fr-FR" sz="2000" i="1" noProof="0">
                            <a:latin typeface="Cambria Math" panose="02040503050406030204" pitchFamily="18" charset="0"/>
                          </a:rPr>
                          <m:t>𝑟</m:t>
                        </m:r>
                      </m:e>
                      <m:sup>
                        <m:r>
                          <a:rPr lang="fr-CA" sz="2000" b="0" i="1" noProof="0" smtClean="0">
                            <a:latin typeface="Cambria Math" panose="02040503050406030204" pitchFamily="18" charset="0"/>
                          </a:rPr>
                          <m:t>2</m:t>
                        </m:r>
                      </m:sup>
                    </m:sSup>
                    <m:r>
                      <a:rPr lang="fr-FR" sz="2000" b="0" i="1" noProof="0" smtClean="0">
                        <a:latin typeface="Cambria Math" panose="02040503050406030204" pitchFamily="18" charset="0"/>
                      </a:rPr>
                      <m:t>)</m:t>
                    </m:r>
                  </m:oMath>
                </a14:m>
                <a:endParaRPr lang="fr-FR" sz="2000" noProof="0" dirty="0"/>
              </a:p>
              <a:p>
                <a:r>
                  <a:rPr lang="fr-FR" sz="2000" noProof="0" dirty="0"/>
                  <a:t>Retour sur le schéma : </a:t>
                </a:r>
                <a14:m>
                  <m:oMath xmlns:m="http://schemas.openxmlformats.org/officeDocument/2006/math">
                    <m:f>
                      <m:fPr>
                        <m:ctrlPr>
                          <a:rPr lang="fr-FR" sz="2000" i="1" noProof="0" smtClean="0">
                            <a:solidFill>
                              <a:schemeClr val="accent3">
                                <a:lumMod val="75000"/>
                              </a:schemeClr>
                            </a:solidFill>
                            <a:latin typeface="Cambria Math" panose="02040503050406030204" pitchFamily="18" charset="0"/>
                          </a:rPr>
                        </m:ctrlPr>
                      </m:fPr>
                      <m:num>
                        <m:sSub>
                          <m:sSubPr>
                            <m:ctrlPr>
                              <a:rPr lang="fr-FR" sz="2000" i="1" noProof="0">
                                <a:solidFill>
                                  <a:schemeClr val="accent3">
                                    <a:lumMod val="75000"/>
                                  </a:schemeClr>
                                </a:solidFill>
                                <a:latin typeface="Cambria Math" panose="02040503050406030204" pitchFamily="18" charset="0"/>
                              </a:rPr>
                            </m:ctrlPr>
                          </m:sSubPr>
                          <m:e>
                            <m:r>
                              <a:rPr lang="fr-FR" sz="2000" i="1" noProof="0">
                                <a:solidFill>
                                  <a:schemeClr val="accent3">
                                    <a:lumMod val="75000"/>
                                  </a:schemeClr>
                                </a:solidFill>
                                <a:latin typeface="Cambria Math" panose="02040503050406030204" pitchFamily="18" charset="0"/>
                              </a:rPr>
                              <m:t>𝐶</m:t>
                            </m:r>
                          </m:e>
                          <m:sub>
                            <m:r>
                              <a:rPr lang="fr-FR" sz="2000" i="1" noProof="0">
                                <a:solidFill>
                                  <a:schemeClr val="accent3">
                                    <a:lumMod val="75000"/>
                                  </a:schemeClr>
                                </a:solidFill>
                                <a:latin typeface="Cambria Math" panose="02040503050406030204" pitchFamily="18" charset="0"/>
                              </a:rPr>
                              <m:t>𝑖</m:t>
                            </m:r>
                            <m:r>
                              <a:rPr lang="fr-FR" sz="2000" i="1" noProof="0">
                                <a:solidFill>
                                  <a:schemeClr val="accent3">
                                    <a:lumMod val="75000"/>
                                  </a:schemeClr>
                                </a:solidFill>
                                <a:latin typeface="Cambria Math" panose="02040503050406030204" pitchFamily="18" charset="0"/>
                              </a:rPr>
                              <m:t>+1</m:t>
                            </m:r>
                          </m:sub>
                        </m:sSub>
                        <m:r>
                          <a:rPr lang="fr-FR" sz="2000" i="1" noProof="0">
                            <a:solidFill>
                              <a:schemeClr val="accent3">
                                <a:lumMod val="75000"/>
                              </a:schemeClr>
                            </a:solidFill>
                            <a:latin typeface="Cambria Math" panose="02040503050406030204" pitchFamily="18" charset="0"/>
                          </a:rPr>
                          <m:t>−2</m:t>
                        </m:r>
                        <m:sSub>
                          <m:sSubPr>
                            <m:ctrlPr>
                              <a:rPr lang="fr-FR" sz="2000" i="1" noProof="0">
                                <a:solidFill>
                                  <a:schemeClr val="accent3">
                                    <a:lumMod val="75000"/>
                                  </a:schemeClr>
                                </a:solidFill>
                                <a:latin typeface="Cambria Math" panose="02040503050406030204" pitchFamily="18" charset="0"/>
                              </a:rPr>
                            </m:ctrlPr>
                          </m:sSubPr>
                          <m:e>
                            <m:r>
                              <a:rPr lang="fr-FR" sz="2000" i="1" noProof="0">
                                <a:solidFill>
                                  <a:schemeClr val="accent3">
                                    <a:lumMod val="75000"/>
                                  </a:schemeClr>
                                </a:solidFill>
                                <a:latin typeface="Cambria Math" panose="02040503050406030204" pitchFamily="18" charset="0"/>
                              </a:rPr>
                              <m:t>𝐶</m:t>
                            </m:r>
                          </m:e>
                          <m:sub>
                            <m:r>
                              <a:rPr lang="fr-FR" sz="2000" i="1" noProof="0">
                                <a:solidFill>
                                  <a:schemeClr val="accent3">
                                    <a:lumMod val="75000"/>
                                  </a:schemeClr>
                                </a:solidFill>
                                <a:latin typeface="Cambria Math" panose="02040503050406030204" pitchFamily="18" charset="0"/>
                              </a:rPr>
                              <m:t>𝑖</m:t>
                            </m:r>
                          </m:sub>
                        </m:sSub>
                        <m:r>
                          <a:rPr lang="fr-FR" sz="2000" i="1" noProof="0">
                            <a:solidFill>
                              <a:schemeClr val="accent3">
                                <a:lumMod val="75000"/>
                              </a:schemeClr>
                            </a:solidFill>
                            <a:latin typeface="Cambria Math" panose="02040503050406030204" pitchFamily="18" charset="0"/>
                          </a:rPr>
                          <m:t>+</m:t>
                        </m:r>
                        <m:sSub>
                          <m:sSubPr>
                            <m:ctrlPr>
                              <a:rPr lang="fr-FR" sz="2000" i="1" noProof="0">
                                <a:solidFill>
                                  <a:schemeClr val="accent3">
                                    <a:lumMod val="75000"/>
                                  </a:schemeClr>
                                </a:solidFill>
                                <a:latin typeface="Cambria Math" panose="02040503050406030204" pitchFamily="18" charset="0"/>
                              </a:rPr>
                            </m:ctrlPr>
                          </m:sSubPr>
                          <m:e>
                            <m:r>
                              <a:rPr lang="fr-FR" sz="2000" i="1" noProof="0">
                                <a:solidFill>
                                  <a:schemeClr val="accent3">
                                    <a:lumMod val="75000"/>
                                  </a:schemeClr>
                                </a:solidFill>
                                <a:latin typeface="Cambria Math" panose="02040503050406030204" pitchFamily="18" charset="0"/>
                              </a:rPr>
                              <m:t>𝐶</m:t>
                            </m:r>
                          </m:e>
                          <m:sub>
                            <m:r>
                              <a:rPr lang="fr-FR" sz="2000" i="1" noProof="0">
                                <a:solidFill>
                                  <a:schemeClr val="accent3">
                                    <a:lumMod val="75000"/>
                                  </a:schemeClr>
                                </a:solidFill>
                                <a:latin typeface="Cambria Math" panose="02040503050406030204" pitchFamily="18" charset="0"/>
                              </a:rPr>
                              <m:t>𝑖</m:t>
                            </m:r>
                            <m:r>
                              <a:rPr lang="fr-FR" sz="2000" i="1" noProof="0">
                                <a:solidFill>
                                  <a:schemeClr val="accent3">
                                    <a:lumMod val="75000"/>
                                  </a:schemeClr>
                                </a:solidFill>
                                <a:latin typeface="Cambria Math" panose="02040503050406030204" pitchFamily="18" charset="0"/>
                              </a:rPr>
                              <m:t>−1</m:t>
                            </m:r>
                          </m:sub>
                        </m:sSub>
                      </m:num>
                      <m:den>
                        <m:r>
                          <m:rPr>
                            <m:sty m:val="p"/>
                          </m:rPr>
                          <a:rPr lang="fr-FR" sz="2000" i="1" noProof="0">
                            <a:solidFill>
                              <a:schemeClr val="accent3">
                                <a:lumMod val="75000"/>
                              </a:schemeClr>
                            </a:solidFill>
                            <a:latin typeface="Cambria Math" panose="02040503050406030204" pitchFamily="18" charset="0"/>
                          </a:rPr>
                          <m:t>Δr</m:t>
                        </m:r>
                        <m:r>
                          <a:rPr lang="fr-FR" sz="2000" i="1" noProof="0">
                            <a:solidFill>
                              <a:schemeClr val="accent3">
                                <a:lumMod val="75000"/>
                              </a:schemeClr>
                            </a:solidFill>
                            <a:latin typeface="Cambria Math" panose="02040503050406030204" pitchFamily="18" charset="0"/>
                          </a:rPr>
                          <m:t>²</m:t>
                        </m:r>
                      </m:den>
                    </m:f>
                    <m:r>
                      <a:rPr lang="fr-FR" sz="2000" b="0" i="1" noProof="0" smtClean="0">
                        <a:latin typeface="Cambria Math" panose="02040503050406030204" pitchFamily="18" charset="0"/>
                      </a:rPr>
                      <m:t>+</m:t>
                    </m:r>
                    <m:r>
                      <a:rPr lang="fr-FR" sz="2000" i="1" noProof="0" smtClean="0">
                        <a:solidFill>
                          <a:schemeClr val="accent5">
                            <a:lumMod val="75000"/>
                          </a:schemeClr>
                        </a:solidFill>
                        <a:latin typeface="Cambria Math" panose="02040503050406030204" pitchFamily="18" charset="0"/>
                      </a:rPr>
                      <m:t>𝑜</m:t>
                    </m:r>
                    <m:d>
                      <m:dPr>
                        <m:ctrlPr>
                          <a:rPr lang="fr-FR" sz="2000" i="1" noProof="0" smtClean="0">
                            <a:solidFill>
                              <a:schemeClr val="accent5">
                                <a:lumMod val="75000"/>
                              </a:schemeClr>
                            </a:solidFill>
                            <a:latin typeface="Cambria Math" panose="02040503050406030204" pitchFamily="18" charset="0"/>
                          </a:rPr>
                        </m:ctrlPr>
                      </m:dPr>
                      <m:e>
                        <m:r>
                          <m:rPr>
                            <m:sty m:val="p"/>
                          </m:rPr>
                          <a:rPr lang="fr-FR" sz="2000" noProof="0">
                            <a:solidFill>
                              <a:schemeClr val="accent5">
                                <a:lumMod val="75000"/>
                              </a:schemeClr>
                            </a:solidFill>
                            <a:latin typeface="Cambria Math" panose="02040503050406030204" pitchFamily="18" charset="0"/>
                          </a:rPr>
                          <m:t>Δ</m:t>
                        </m:r>
                        <m:sSup>
                          <m:sSupPr>
                            <m:ctrlPr>
                              <a:rPr lang="fr-FR" sz="2000" i="1" noProof="0">
                                <a:solidFill>
                                  <a:schemeClr val="accent5">
                                    <a:lumMod val="75000"/>
                                  </a:schemeClr>
                                </a:solidFill>
                                <a:latin typeface="Cambria Math" panose="02040503050406030204" pitchFamily="18" charset="0"/>
                              </a:rPr>
                            </m:ctrlPr>
                          </m:sSupPr>
                          <m:e>
                            <m:r>
                              <a:rPr lang="fr-FR" sz="2000" i="1" noProof="0">
                                <a:solidFill>
                                  <a:schemeClr val="accent5">
                                    <a:lumMod val="75000"/>
                                  </a:schemeClr>
                                </a:solidFill>
                                <a:latin typeface="Cambria Math" panose="02040503050406030204" pitchFamily="18" charset="0"/>
                              </a:rPr>
                              <m:t>𝑟</m:t>
                            </m:r>
                          </m:e>
                          <m:sup>
                            <m:r>
                              <a:rPr lang="fr-CA" sz="2000" b="0" i="1" noProof="0" smtClean="0">
                                <a:solidFill>
                                  <a:schemeClr val="accent5">
                                    <a:lumMod val="75000"/>
                                  </a:schemeClr>
                                </a:solidFill>
                                <a:latin typeface="Cambria Math" panose="02040503050406030204" pitchFamily="18" charset="0"/>
                              </a:rPr>
                              <m:t>2</m:t>
                            </m:r>
                          </m:sup>
                        </m:sSup>
                      </m:e>
                    </m:d>
                    <m:r>
                      <a:rPr lang="fr-FR" sz="2000" i="1" noProof="0">
                        <a:latin typeface="Cambria Math" panose="02040503050406030204" pitchFamily="18" charset="0"/>
                      </a:rPr>
                      <m:t>+</m:t>
                    </m:r>
                    <m:f>
                      <m:fPr>
                        <m:ctrlPr>
                          <a:rPr lang="fr-FR" sz="2000" i="1" noProof="0" smtClean="0">
                            <a:solidFill>
                              <a:schemeClr val="accent3">
                                <a:lumMod val="75000"/>
                              </a:schemeClr>
                            </a:solidFill>
                            <a:latin typeface="Cambria Math" panose="02040503050406030204" pitchFamily="18" charset="0"/>
                          </a:rPr>
                        </m:ctrlPr>
                      </m:fPr>
                      <m:num>
                        <m:r>
                          <a:rPr lang="fr-FR" sz="2000" i="1" noProof="0">
                            <a:solidFill>
                              <a:schemeClr val="accent3">
                                <a:lumMod val="75000"/>
                              </a:schemeClr>
                            </a:solidFill>
                            <a:latin typeface="Cambria Math" panose="02040503050406030204" pitchFamily="18" charset="0"/>
                          </a:rPr>
                          <m:t>1</m:t>
                        </m:r>
                      </m:num>
                      <m:den>
                        <m:r>
                          <m:rPr>
                            <m:sty m:val="p"/>
                          </m:rPr>
                          <a:rPr lang="fr-FR" sz="2000" i="1" noProof="0">
                            <a:solidFill>
                              <a:schemeClr val="accent3">
                                <a:lumMod val="75000"/>
                              </a:schemeClr>
                            </a:solidFill>
                            <a:latin typeface="Cambria Math" panose="02040503050406030204" pitchFamily="18" charset="0"/>
                          </a:rPr>
                          <m:t>r</m:t>
                        </m:r>
                      </m:den>
                    </m:f>
                    <m:r>
                      <a:rPr lang="fr-FR" sz="2000" i="1" noProof="0">
                        <a:solidFill>
                          <a:schemeClr val="accent3">
                            <a:lumMod val="75000"/>
                          </a:schemeClr>
                        </a:solidFill>
                        <a:latin typeface="Cambria Math" panose="02040503050406030204" pitchFamily="18" charset="0"/>
                      </a:rPr>
                      <m:t>⋅</m:t>
                    </m:r>
                    <m:f>
                      <m:fPr>
                        <m:ctrlPr>
                          <a:rPr lang="fr-FR" sz="2000" i="1" noProof="0">
                            <a:solidFill>
                              <a:schemeClr val="accent3">
                                <a:lumMod val="75000"/>
                              </a:schemeClr>
                            </a:solidFill>
                            <a:latin typeface="Cambria Math" panose="02040503050406030204" pitchFamily="18" charset="0"/>
                          </a:rPr>
                        </m:ctrlPr>
                      </m:fPr>
                      <m:num>
                        <m:sSub>
                          <m:sSubPr>
                            <m:ctrlPr>
                              <a:rPr lang="fr-FR" sz="2000" i="1" noProof="0">
                                <a:solidFill>
                                  <a:schemeClr val="accent3">
                                    <a:lumMod val="75000"/>
                                  </a:schemeClr>
                                </a:solidFill>
                                <a:latin typeface="Cambria Math" panose="02040503050406030204" pitchFamily="18" charset="0"/>
                              </a:rPr>
                            </m:ctrlPr>
                          </m:sSubPr>
                          <m:e>
                            <m:r>
                              <a:rPr lang="fr-FR" sz="2000" i="1" noProof="0">
                                <a:solidFill>
                                  <a:schemeClr val="accent3">
                                    <a:lumMod val="75000"/>
                                  </a:schemeClr>
                                </a:solidFill>
                                <a:latin typeface="Cambria Math" panose="02040503050406030204" pitchFamily="18" charset="0"/>
                              </a:rPr>
                              <m:t>𝐶</m:t>
                            </m:r>
                          </m:e>
                          <m:sub>
                            <m:r>
                              <a:rPr lang="fr-FR" sz="2000" i="1" noProof="0">
                                <a:solidFill>
                                  <a:schemeClr val="accent3">
                                    <a:lumMod val="75000"/>
                                  </a:schemeClr>
                                </a:solidFill>
                                <a:latin typeface="Cambria Math" panose="02040503050406030204" pitchFamily="18" charset="0"/>
                              </a:rPr>
                              <m:t>𝑖</m:t>
                            </m:r>
                            <m:r>
                              <a:rPr lang="fr-FR" sz="2000" i="1" noProof="0">
                                <a:solidFill>
                                  <a:schemeClr val="accent3">
                                    <a:lumMod val="75000"/>
                                  </a:schemeClr>
                                </a:solidFill>
                                <a:latin typeface="Cambria Math" panose="02040503050406030204" pitchFamily="18" charset="0"/>
                              </a:rPr>
                              <m:t>+1</m:t>
                            </m:r>
                          </m:sub>
                        </m:sSub>
                        <m:r>
                          <a:rPr lang="fr-FR" sz="2000" i="1" noProof="0">
                            <a:solidFill>
                              <a:schemeClr val="accent3">
                                <a:lumMod val="75000"/>
                              </a:schemeClr>
                            </a:solidFill>
                            <a:latin typeface="Cambria Math" panose="02040503050406030204" pitchFamily="18" charset="0"/>
                          </a:rPr>
                          <m:t>−</m:t>
                        </m:r>
                        <m:sSub>
                          <m:sSubPr>
                            <m:ctrlPr>
                              <a:rPr lang="fr-FR" sz="2000" i="1" noProof="0">
                                <a:solidFill>
                                  <a:schemeClr val="accent3">
                                    <a:lumMod val="75000"/>
                                  </a:schemeClr>
                                </a:solidFill>
                                <a:latin typeface="Cambria Math" panose="02040503050406030204" pitchFamily="18" charset="0"/>
                              </a:rPr>
                            </m:ctrlPr>
                          </m:sSubPr>
                          <m:e>
                            <m:r>
                              <a:rPr lang="fr-FR" sz="2000" i="1" noProof="0">
                                <a:solidFill>
                                  <a:schemeClr val="accent3">
                                    <a:lumMod val="75000"/>
                                  </a:schemeClr>
                                </a:solidFill>
                                <a:latin typeface="Cambria Math" panose="02040503050406030204" pitchFamily="18" charset="0"/>
                              </a:rPr>
                              <m:t>𝐶</m:t>
                            </m:r>
                          </m:e>
                          <m:sub>
                            <m:r>
                              <a:rPr lang="fr-FR" sz="2000" i="1" noProof="0">
                                <a:solidFill>
                                  <a:schemeClr val="accent3">
                                    <a:lumMod val="75000"/>
                                  </a:schemeClr>
                                </a:solidFill>
                                <a:latin typeface="Cambria Math" panose="02040503050406030204" pitchFamily="18" charset="0"/>
                              </a:rPr>
                              <m:t>𝑖</m:t>
                            </m:r>
                          </m:sub>
                        </m:sSub>
                      </m:num>
                      <m:den>
                        <m:r>
                          <m:rPr>
                            <m:sty m:val="p"/>
                          </m:rPr>
                          <a:rPr lang="fr-FR" sz="2000" i="1" noProof="0">
                            <a:solidFill>
                              <a:schemeClr val="accent3">
                                <a:lumMod val="75000"/>
                              </a:schemeClr>
                            </a:solidFill>
                            <a:latin typeface="Cambria Math" panose="02040503050406030204" pitchFamily="18" charset="0"/>
                          </a:rPr>
                          <m:t>Δr</m:t>
                        </m:r>
                      </m:den>
                    </m:f>
                    <m:r>
                      <a:rPr lang="fr-FR" sz="2000" b="0" i="1" noProof="0" smtClean="0">
                        <a:latin typeface="Cambria Math" panose="02040503050406030204" pitchFamily="18" charset="0"/>
                      </a:rPr>
                      <m:t>+</m:t>
                    </m:r>
                    <m:f>
                      <m:fPr>
                        <m:ctrlPr>
                          <a:rPr lang="fr-FR" sz="2000" i="1" noProof="0" smtClean="0">
                            <a:solidFill>
                              <a:schemeClr val="accent5">
                                <a:lumMod val="75000"/>
                              </a:schemeClr>
                            </a:solidFill>
                            <a:latin typeface="Cambria Math" panose="02040503050406030204" pitchFamily="18" charset="0"/>
                          </a:rPr>
                        </m:ctrlPr>
                      </m:fPr>
                      <m:num>
                        <m:sSup>
                          <m:sSupPr>
                            <m:ctrlPr>
                              <a:rPr lang="fr-FR" sz="2000" i="1" noProof="0">
                                <a:solidFill>
                                  <a:schemeClr val="accent5">
                                    <a:lumMod val="75000"/>
                                  </a:schemeClr>
                                </a:solidFill>
                                <a:latin typeface="Cambria Math" panose="02040503050406030204" pitchFamily="18" charset="0"/>
                              </a:rPr>
                            </m:ctrlPr>
                          </m:sSupPr>
                          <m:e>
                            <m:r>
                              <a:rPr lang="fr-FR" sz="2000" i="1" noProof="0">
                                <a:solidFill>
                                  <a:schemeClr val="accent5">
                                    <a:lumMod val="75000"/>
                                  </a:schemeClr>
                                </a:solidFill>
                                <a:latin typeface="Cambria Math" panose="02040503050406030204" pitchFamily="18" charset="0"/>
                              </a:rPr>
                              <m:t>𝜕</m:t>
                            </m:r>
                          </m:e>
                          <m:sup>
                            <m:r>
                              <a:rPr lang="fr-FR" sz="2000" i="1" noProof="0">
                                <a:solidFill>
                                  <a:schemeClr val="accent5">
                                    <a:lumMod val="75000"/>
                                  </a:schemeClr>
                                </a:solidFill>
                                <a:latin typeface="Cambria Math" panose="02040503050406030204" pitchFamily="18" charset="0"/>
                              </a:rPr>
                              <m:t>2</m:t>
                            </m:r>
                          </m:sup>
                        </m:sSup>
                        <m:r>
                          <a:rPr lang="fr-FR" sz="2000" i="1" noProof="0">
                            <a:solidFill>
                              <a:schemeClr val="accent5">
                                <a:lumMod val="75000"/>
                              </a:schemeClr>
                            </a:solidFill>
                            <a:latin typeface="Cambria Math" panose="02040503050406030204" pitchFamily="18" charset="0"/>
                          </a:rPr>
                          <m:t>𝐶</m:t>
                        </m:r>
                      </m:num>
                      <m:den>
                        <m:r>
                          <a:rPr lang="fr-FR" sz="2000" i="1" noProof="0">
                            <a:solidFill>
                              <a:schemeClr val="accent5">
                                <a:lumMod val="75000"/>
                              </a:schemeClr>
                            </a:solidFill>
                            <a:latin typeface="Cambria Math" panose="02040503050406030204" pitchFamily="18" charset="0"/>
                          </a:rPr>
                          <m:t>𝜕</m:t>
                        </m:r>
                        <m:sSup>
                          <m:sSupPr>
                            <m:ctrlPr>
                              <a:rPr lang="fr-FR" sz="2000" i="1" noProof="0">
                                <a:solidFill>
                                  <a:schemeClr val="accent5">
                                    <a:lumMod val="75000"/>
                                  </a:schemeClr>
                                </a:solidFill>
                                <a:latin typeface="Cambria Math" panose="02040503050406030204" pitchFamily="18" charset="0"/>
                              </a:rPr>
                            </m:ctrlPr>
                          </m:sSupPr>
                          <m:e>
                            <m:r>
                              <a:rPr lang="fr-FR" sz="2000" i="1" noProof="0">
                                <a:solidFill>
                                  <a:schemeClr val="accent5">
                                    <a:lumMod val="75000"/>
                                  </a:schemeClr>
                                </a:solidFill>
                                <a:latin typeface="Cambria Math" panose="02040503050406030204" pitchFamily="18" charset="0"/>
                              </a:rPr>
                              <m:t>𝑟</m:t>
                            </m:r>
                          </m:e>
                          <m:sup>
                            <m:r>
                              <a:rPr lang="fr-FR" sz="2000" i="1" noProof="0">
                                <a:solidFill>
                                  <a:schemeClr val="accent5">
                                    <a:lumMod val="75000"/>
                                  </a:schemeClr>
                                </a:solidFill>
                                <a:latin typeface="Cambria Math" panose="02040503050406030204" pitchFamily="18" charset="0"/>
                              </a:rPr>
                              <m:t>2</m:t>
                            </m:r>
                          </m:sup>
                        </m:sSup>
                      </m:den>
                    </m:f>
                    <m:sSub>
                      <m:sSubPr>
                        <m:ctrlPr>
                          <a:rPr lang="fr-FR" sz="2000" i="1" noProof="0">
                            <a:solidFill>
                              <a:schemeClr val="accent5">
                                <a:lumMod val="75000"/>
                              </a:schemeClr>
                            </a:solidFill>
                            <a:latin typeface="Cambria Math" panose="02040503050406030204" pitchFamily="18" charset="0"/>
                          </a:rPr>
                        </m:ctrlPr>
                      </m:sSubPr>
                      <m:e>
                        <m:d>
                          <m:dPr>
                            <m:begChr m:val=""/>
                            <m:endChr m:val="|"/>
                            <m:ctrlPr>
                              <a:rPr lang="fr-FR" sz="2000" i="1" noProof="0">
                                <a:solidFill>
                                  <a:schemeClr val="accent5">
                                    <a:lumMod val="75000"/>
                                  </a:schemeClr>
                                </a:solidFill>
                                <a:latin typeface="Cambria Math" panose="02040503050406030204" pitchFamily="18" charset="0"/>
                              </a:rPr>
                            </m:ctrlPr>
                          </m:dPr>
                          <m:e>
                            <m:r>
                              <a:rPr lang="fr-FR" sz="2000" i="1" noProof="0">
                                <a:solidFill>
                                  <a:schemeClr val="accent5">
                                    <a:lumMod val="75000"/>
                                  </a:schemeClr>
                                </a:solidFill>
                                <a:latin typeface="Cambria Math" panose="02040503050406030204" pitchFamily="18" charset="0"/>
                              </a:rPr>
                              <m:t>​</m:t>
                            </m:r>
                          </m:e>
                        </m:d>
                      </m:e>
                      <m:sub>
                        <m:r>
                          <a:rPr lang="fr-FR" sz="2000" i="1" noProof="0">
                            <a:solidFill>
                              <a:schemeClr val="accent5">
                                <a:lumMod val="75000"/>
                              </a:schemeClr>
                            </a:solidFill>
                            <a:latin typeface="Cambria Math" panose="02040503050406030204" pitchFamily="18" charset="0"/>
                          </a:rPr>
                          <m:t>𝑖</m:t>
                        </m:r>
                      </m:sub>
                    </m:sSub>
                    <m:f>
                      <m:fPr>
                        <m:ctrlPr>
                          <a:rPr lang="fr-FR" sz="2000" i="1" noProof="0">
                            <a:solidFill>
                              <a:schemeClr val="accent5">
                                <a:lumMod val="75000"/>
                              </a:schemeClr>
                            </a:solidFill>
                            <a:latin typeface="Cambria Math" panose="02040503050406030204" pitchFamily="18" charset="0"/>
                          </a:rPr>
                        </m:ctrlPr>
                      </m:fPr>
                      <m:num>
                        <m:r>
                          <m:rPr>
                            <m:sty m:val="p"/>
                          </m:rPr>
                          <a:rPr lang="fr-FR" sz="2000" i="1" noProof="0">
                            <a:solidFill>
                              <a:schemeClr val="accent5">
                                <a:lumMod val="75000"/>
                              </a:schemeClr>
                            </a:solidFill>
                            <a:latin typeface="Cambria Math" panose="02040503050406030204" pitchFamily="18" charset="0"/>
                          </a:rPr>
                          <m:t>Δ</m:t>
                        </m:r>
                        <m:r>
                          <a:rPr lang="fr-FR" sz="2000" i="1" noProof="0" smtClean="0">
                            <a:solidFill>
                              <a:schemeClr val="accent5">
                                <a:lumMod val="75000"/>
                              </a:schemeClr>
                            </a:solidFill>
                            <a:latin typeface="Cambria Math" panose="02040503050406030204" pitchFamily="18" charset="0"/>
                          </a:rPr>
                          <m:t>𝑟</m:t>
                        </m:r>
                      </m:num>
                      <m:den>
                        <m:r>
                          <a:rPr lang="fr-FR" sz="2000" i="1" noProof="0">
                            <a:solidFill>
                              <a:schemeClr val="accent5">
                                <a:lumMod val="75000"/>
                              </a:schemeClr>
                            </a:solidFill>
                            <a:latin typeface="Cambria Math" panose="02040503050406030204" pitchFamily="18" charset="0"/>
                          </a:rPr>
                          <m:t>2!</m:t>
                        </m:r>
                      </m:den>
                    </m:f>
                    <m:r>
                      <a:rPr lang="fr-FR" sz="2000" b="0" i="1" noProof="0" smtClean="0">
                        <a:solidFill>
                          <a:schemeClr val="accent5">
                            <a:lumMod val="75000"/>
                          </a:schemeClr>
                        </a:solidFill>
                        <a:latin typeface="Cambria Math" panose="02040503050406030204" pitchFamily="18" charset="0"/>
                      </a:rPr>
                      <m:t>+</m:t>
                    </m:r>
                    <m:r>
                      <a:rPr lang="fr-FR" sz="2000" i="1" noProof="0" smtClean="0">
                        <a:solidFill>
                          <a:schemeClr val="accent5">
                            <a:lumMod val="75000"/>
                          </a:schemeClr>
                        </a:solidFill>
                        <a:latin typeface="Cambria Math" panose="02040503050406030204" pitchFamily="18" charset="0"/>
                      </a:rPr>
                      <m:t>𝑜</m:t>
                    </m:r>
                    <m:r>
                      <a:rPr lang="fr-FR" sz="2000" i="1" noProof="0" smtClean="0">
                        <a:solidFill>
                          <a:schemeClr val="accent5">
                            <a:lumMod val="75000"/>
                          </a:schemeClr>
                        </a:solidFill>
                        <a:latin typeface="Cambria Math" panose="02040503050406030204" pitchFamily="18" charset="0"/>
                      </a:rPr>
                      <m:t>(</m:t>
                    </m:r>
                    <m:r>
                      <m:rPr>
                        <m:sty m:val="p"/>
                      </m:rPr>
                      <a:rPr lang="fr-FR" sz="2000" noProof="0">
                        <a:solidFill>
                          <a:schemeClr val="accent5">
                            <a:lumMod val="75000"/>
                          </a:schemeClr>
                        </a:solidFill>
                        <a:latin typeface="Cambria Math" panose="02040503050406030204" pitchFamily="18" charset="0"/>
                      </a:rPr>
                      <m:t>Δ</m:t>
                    </m:r>
                    <m:sSup>
                      <m:sSupPr>
                        <m:ctrlPr>
                          <a:rPr lang="fr-FR" sz="2000" i="1" noProof="0">
                            <a:solidFill>
                              <a:schemeClr val="accent5">
                                <a:lumMod val="75000"/>
                              </a:schemeClr>
                            </a:solidFill>
                            <a:latin typeface="Cambria Math" panose="02040503050406030204" pitchFamily="18" charset="0"/>
                          </a:rPr>
                        </m:ctrlPr>
                      </m:sSupPr>
                      <m:e>
                        <m:r>
                          <a:rPr lang="fr-FR" sz="2000" i="1" noProof="0">
                            <a:solidFill>
                              <a:schemeClr val="accent5">
                                <a:lumMod val="75000"/>
                              </a:schemeClr>
                            </a:solidFill>
                            <a:latin typeface="Cambria Math" panose="02040503050406030204" pitchFamily="18" charset="0"/>
                          </a:rPr>
                          <m:t>𝑟</m:t>
                        </m:r>
                      </m:e>
                      <m:sup>
                        <m:r>
                          <a:rPr lang="fr-FR" sz="2000" b="0" i="1" noProof="0" smtClean="0">
                            <a:solidFill>
                              <a:schemeClr val="accent5">
                                <a:lumMod val="75000"/>
                              </a:schemeClr>
                            </a:solidFill>
                            <a:latin typeface="Cambria Math" panose="02040503050406030204" pitchFamily="18" charset="0"/>
                          </a:rPr>
                          <m:t>2</m:t>
                        </m:r>
                      </m:sup>
                    </m:sSup>
                    <m:r>
                      <a:rPr lang="fr-FR" sz="2000" i="1" noProof="0" smtClean="0">
                        <a:solidFill>
                          <a:schemeClr val="accent5">
                            <a:lumMod val="75000"/>
                          </a:schemeClr>
                        </a:solidFill>
                        <a:latin typeface="Cambria Math" panose="02040503050406030204" pitchFamily="18" charset="0"/>
                      </a:rPr>
                      <m:t>)</m:t>
                    </m:r>
                  </m:oMath>
                </a14:m>
                <a:endParaRPr lang="fr-FR" sz="2000" noProof="0" dirty="0">
                  <a:solidFill>
                    <a:schemeClr val="accent5">
                      <a:lumMod val="75000"/>
                    </a:schemeClr>
                  </a:solidFill>
                </a:endParaRPr>
              </a:p>
              <a:p>
                <a14:m>
                  <m:oMath xmlns:m="http://schemas.openxmlformats.org/officeDocument/2006/math">
                    <m:sSub>
                      <m:sSubPr>
                        <m:ctrlPr>
                          <a:rPr lang="fr-FR" sz="2000" b="0" i="1" noProof="0" smtClean="0">
                            <a:latin typeface="Cambria Math" panose="02040503050406030204" pitchFamily="18" charset="0"/>
                          </a:rPr>
                        </m:ctrlPr>
                      </m:sSubPr>
                      <m:e>
                        <m:r>
                          <m:rPr>
                            <m:sty m:val="p"/>
                          </m:rPr>
                          <a:rPr lang="fr-FR" sz="2000" b="0" i="1" noProof="0" smtClean="0">
                            <a:latin typeface="Cambria Math" panose="02040503050406030204" pitchFamily="18" charset="0"/>
                          </a:rPr>
                          <m:t>L</m:t>
                        </m:r>
                      </m:e>
                      <m:sub>
                        <m:r>
                          <a:rPr lang="fr-FR" sz="2000" b="0" i="1" noProof="0" smtClean="0">
                            <a:latin typeface="Cambria Math" panose="02040503050406030204" pitchFamily="18" charset="0"/>
                          </a:rPr>
                          <m:t>h</m:t>
                        </m:r>
                      </m:sub>
                    </m:sSub>
                    <m:d>
                      <m:dPr>
                        <m:ctrlPr>
                          <a:rPr lang="fr-FR" sz="2000" b="0" i="1" noProof="0" smtClean="0">
                            <a:latin typeface="Cambria Math" panose="02040503050406030204" pitchFamily="18" charset="0"/>
                          </a:rPr>
                        </m:ctrlPr>
                      </m:dPr>
                      <m:e>
                        <m:r>
                          <a:rPr lang="fr-FR" sz="2000" b="0" i="1" noProof="0" smtClean="0">
                            <a:latin typeface="Cambria Math" panose="02040503050406030204" pitchFamily="18" charset="0"/>
                          </a:rPr>
                          <m:t>𝐶</m:t>
                        </m:r>
                      </m:e>
                    </m:d>
                    <m:r>
                      <a:rPr lang="fr-FR" sz="2000" b="0" i="1" noProof="0" smtClean="0">
                        <a:latin typeface="Cambria Math" panose="02040503050406030204" pitchFamily="18" charset="0"/>
                      </a:rPr>
                      <m:t>=</m:t>
                    </m:r>
                    <m:f>
                      <m:fPr>
                        <m:ctrlPr>
                          <a:rPr lang="fr-FR" sz="2000" b="0" i="1" noProof="0" smtClean="0">
                            <a:solidFill>
                              <a:schemeClr val="accent3">
                                <a:lumMod val="75000"/>
                              </a:schemeClr>
                            </a:solidFill>
                            <a:latin typeface="Cambria Math" panose="02040503050406030204" pitchFamily="18" charset="0"/>
                          </a:rPr>
                        </m:ctrlPr>
                      </m:fPr>
                      <m:num>
                        <m:sSub>
                          <m:sSubPr>
                            <m:ctrlPr>
                              <a:rPr lang="fr-FR" sz="2000" b="0" i="1" noProof="0" smtClean="0">
                                <a:solidFill>
                                  <a:schemeClr val="accent3">
                                    <a:lumMod val="75000"/>
                                  </a:schemeClr>
                                </a:solidFill>
                                <a:latin typeface="Cambria Math" panose="02040503050406030204" pitchFamily="18" charset="0"/>
                              </a:rPr>
                            </m:ctrlPr>
                          </m:sSubPr>
                          <m:e>
                            <m:r>
                              <a:rPr lang="fr-FR" sz="2000" b="0" i="1" noProof="0" smtClean="0">
                                <a:solidFill>
                                  <a:schemeClr val="accent3">
                                    <a:lumMod val="75000"/>
                                  </a:schemeClr>
                                </a:solidFill>
                                <a:latin typeface="Cambria Math" panose="02040503050406030204" pitchFamily="18" charset="0"/>
                              </a:rPr>
                              <m:t>𝐷</m:t>
                            </m:r>
                          </m:e>
                          <m:sub>
                            <m:r>
                              <a:rPr lang="fr-FR" sz="2000" b="0" i="1" noProof="0" smtClean="0">
                                <a:solidFill>
                                  <a:schemeClr val="accent3">
                                    <a:lumMod val="75000"/>
                                  </a:schemeClr>
                                </a:solidFill>
                                <a:latin typeface="Cambria Math" panose="02040503050406030204" pitchFamily="18" charset="0"/>
                              </a:rPr>
                              <m:t>𝑒𝑓𝑓</m:t>
                            </m:r>
                          </m:sub>
                        </m:sSub>
                      </m:num>
                      <m:den>
                        <m:r>
                          <a:rPr lang="fr-FR" sz="2000" b="0" i="1" noProof="0" smtClean="0">
                            <a:solidFill>
                              <a:schemeClr val="accent3">
                                <a:lumMod val="75000"/>
                              </a:schemeClr>
                            </a:solidFill>
                            <a:latin typeface="Cambria Math" panose="02040503050406030204" pitchFamily="18" charset="0"/>
                          </a:rPr>
                          <m:t>𝑟</m:t>
                        </m:r>
                      </m:den>
                    </m:f>
                    <m:f>
                      <m:fPr>
                        <m:ctrlPr>
                          <a:rPr lang="fr-FR" sz="2000" b="0" i="1" noProof="0" smtClean="0">
                            <a:solidFill>
                              <a:schemeClr val="accent3">
                                <a:lumMod val="75000"/>
                              </a:schemeClr>
                            </a:solidFill>
                            <a:latin typeface="Cambria Math" panose="02040503050406030204" pitchFamily="18" charset="0"/>
                          </a:rPr>
                        </m:ctrlPr>
                      </m:fPr>
                      <m:num>
                        <m:r>
                          <a:rPr lang="fr-FR" sz="2000" b="0" i="1" noProof="0" smtClean="0">
                            <a:solidFill>
                              <a:schemeClr val="accent3">
                                <a:lumMod val="75000"/>
                              </a:schemeClr>
                            </a:solidFill>
                            <a:latin typeface="Cambria Math" panose="02040503050406030204" pitchFamily="18" charset="0"/>
                          </a:rPr>
                          <m:t>𝜕</m:t>
                        </m:r>
                        <m:r>
                          <m:rPr>
                            <m:sty m:val="p"/>
                          </m:rPr>
                          <a:rPr lang="fr-FR" sz="2000" b="0" i="1" noProof="0" smtClean="0">
                            <a:solidFill>
                              <a:schemeClr val="accent3">
                                <a:lumMod val="75000"/>
                              </a:schemeClr>
                            </a:solidFill>
                            <a:latin typeface="Cambria Math" panose="02040503050406030204" pitchFamily="18" charset="0"/>
                          </a:rPr>
                          <m:t>C</m:t>
                        </m:r>
                      </m:num>
                      <m:den>
                        <m:r>
                          <a:rPr lang="fr-FR" sz="2000" b="0" i="1" noProof="0" smtClean="0">
                            <a:solidFill>
                              <a:schemeClr val="accent3">
                                <a:lumMod val="75000"/>
                              </a:schemeClr>
                            </a:solidFill>
                            <a:latin typeface="Cambria Math" panose="02040503050406030204" pitchFamily="18" charset="0"/>
                          </a:rPr>
                          <m:t>𝜕</m:t>
                        </m:r>
                        <m:r>
                          <m:rPr>
                            <m:sty m:val="p"/>
                          </m:rPr>
                          <a:rPr lang="fr-FR" sz="2000" b="0" i="1" noProof="0" smtClean="0">
                            <a:solidFill>
                              <a:schemeClr val="accent3">
                                <a:lumMod val="75000"/>
                              </a:schemeClr>
                            </a:solidFill>
                            <a:latin typeface="Cambria Math" panose="02040503050406030204" pitchFamily="18" charset="0"/>
                          </a:rPr>
                          <m:t>r</m:t>
                        </m:r>
                      </m:den>
                    </m:f>
                    <m:sSub>
                      <m:sSubPr>
                        <m:ctrlPr>
                          <a:rPr lang="fr-FR" sz="2000" b="0" i="1" noProof="0" smtClean="0">
                            <a:solidFill>
                              <a:schemeClr val="accent3">
                                <a:lumMod val="75000"/>
                              </a:schemeClr>
                            </a:solidFill>
                            <a:latin typeface="Cambria Math" panose="02040503050406030204" pitchFamily="18" charset="0"/>
                          </a:rPr>
                        </m:ctrlPr>
                      </m:sSubPr>
                      <m:e>
                        <m:d>
                          <m:dPr>
                            <m:begChr m:val=""/>
                            <m:endChr m:val="|"/>
                            <m:ctrlPr>
                              <a:rPr lang="fr-FR" sz="2000" b="0" i="1" noProof="0" smtClean="0">
                                <a:solidFill>
                                  <a:schemeClr val="accent3">
                                    <a:lumMod val="75000"/>
                                  </a:schemeClr>
                                </a:solidFill>
                                <a:latin typeface="Cambria Math" panose="02040503050406030204" pitchFamily="18" charset="0"/>
                              </a:rPr>
                            </m:ctrlPr>
                          </m:dPr>
                          <m:e>
                            <m:r>
                              <a:rPr lang="fr-FR" sz="2000" b="0" i="1" noProof="0" smtClean="0">
                                <a:solidFill>
                                  <a:schemeClr val="accent3">
                                    <a:lumMod val="75000"/>
                                  </a:schemeClr>
                                </a:solidFill>
                                <a:latin typeface="Cambria Math" panose="02040503050406030204" pitchFamily="18" charset="0"/>
                              </a:rPr>
                              <m:t>​</m:t>
                            </m:r>
                          </m:e>
                        </m:d>
                      </m:e>
                      <m:sub>
                        <m:r>
                          <a:rPr lang="fr-FR" sz="2000" b="0" i="1" noProof="0" smtClean="0">
                            <a:solidFill>
                              <a:schemeClr val="accent3">
                                <a:lumMod val="75000"/>
                              </a:schemeClr>
                            </a:solidFill>
                            <a:latin typeface="Cambria Math" panose="02040503050406030204" pitchFamily="18" charset="0"/>
                          </a:rPr>
                          <m:t>𝑖</m:t>
                        </m:r>
                      </m:sub>
                    </m:sSub>
                    <m:r>
                      <a:rPr lang="fr-FR" sz="2000" b="0" i="1" noProof="0" smtClean="0">
                        <a:solidFill>
                          <a:schemeClr val="accent3">
                            <a:lumMod val="75000"/>
                          </a:schemeClr>
                        </a:solidFill>
                        <a:latin typeface="Cambria Math" panose="02040503050406030204" pitchFamily="18" charset="0"/>
                      </a:rPr>
                      <m:t>+</m:t>
                    </m:r>
                    <m:sSub>
                      <m:sSubPr>
                        <m:ctrlPr>
                          <a:rPr lang="fr-FR" sz="2000" b="0" i="1" noProof="0" smtClean="0">
                            <a:solidFill>
                              <a:schemeClr val="accent3">
                                <a:lumMod val="75000"/>
                              </a:schemeClr>
                            </a:solidFill>
                            <a:latin typeface="Cambria Math" panose="02040503050406030204" pitchFamily="18" charset="0"/>
                          </a:rPr>
                        </m:ctrlPr>
                      </m:sSubPr>
                      <m:e>
                        <m:r>
                          <a:rPr lang="fr-FR" sz="2000" b="0" i="1" noProof="0" smtClean="0">
                            <a:solidFill>
                              <a:schemeClr val="accent3">
                                <a:lumMod val="75000"/>
                              </a:schemeClr>
                            </a:solidFill>
                            <a:latin typeface="Cambria Math" panose="02040503050406030204" pitchFamily="18" charset="0"/>
                          </a:rPr>
                          <m:t>𝐷</m:t>
                        </m:r>
                      </m:e>
                      <m:sub>
                        <m:r>
                          <a:rPr lang="fr-FR" sz="2000" b="0" i="1" noProof="0" smtClean="0">
                            <a:solidFill>
                              <a:schemeClr val="accent3">
                                <a:lumMod val="75000"/>
                              </a:schemeClr>
                            </a:solidFill>
                            <a:latin typeface="Cambria Math" panose="02040503050406030204" pitchFamily="18" charset="0"/>
                          </a:rPr>
                          <m:t>𝑒𝑓𝑓</m:t>
                        </m:r>
                      </m:sub>
                    </m:sSub>
                    <m:f>
                      <m:fPr>
                        <m:ctrlPr>
                          <a:rPr lang="fr-FR" sz="2000" b="0" i="1" noProof="0" smtClean="0">
                            <a:solidFill>
                              <a:schemeClr val="accent3">
                                <a:lumMod val="75000"/>
                              </a:schemeClr>
                            </a:solidFill>
                            <a:latin typeface="Cambria Math" panose="02040503050406030204" pitchFamily="18" charset="0"/>
                          </a:rPr>
                        </m:ctrlPr>
                      </m:fPr>
                      <m:num>
                        <m:sSup>
                          <m:sSupPr>
                            <m:ctrlPr>
                              <a:rPr lang="fr-FR" sz="2000" b="0" i="1" noProof="0" smtClean="0">
                                <a:solidFill>
                                  <a:schemeClr val="accent3">
                                    <a:lumMod val="75000"/>
                                  </a:schemeClr>
                                </a:solidFill>
                                <a:latin typeface="Cambria Math" panose="02040503050406030204" pitchFamily="18" charset="0"/>
                              </a:rPr>
                            </m:ctrlPr>
                          </m:sSupPr>
                          <m:e>
                            <m:r>
                              <a:rPr lang="fr-FR" sz="2000" b="0" i="1" noProof="0" smtClean="0">
                                <a:solidFill>
                                  <a:schemeClr val="accent3">
                                    <a:lumMod val="75000"/>
                                  </a:schemeClr>
                                </a:solidFill>
                                <a:latin typeface="Cambria Math" panose="02040503050406030204" pitchFamily="18" charset="0"/>
                              </a:rPr>
                              <m:t>𝜕</m:t>
                            </m:r>
                          </m:e>
                          <m:sup>
                            <m:r>
                              <a:rPr lang="fr-FR" sz="2000" b="0" i="1" noProof="0" smtClean="0">
                                <a:solidFill>
                                  <a:schemeClr val="accent3">
                                    <a:lumMod val="75000"/>
                                  </a:schemeClr>
                                </a:solidFill>
                                <a:latin typeface="Cambria Math" panose="02040503050406030204" pitchFamily="18" charset="0"/>
                              </a:rPr>
                              <m:t>2</m:t>
                            </m:r>
                          </m:sup>
                        </m:sSup>
                        <m:r>
                          <a:rPr lang="fr-FR" sz="2000" b="0" i="1" noProof="0" smtClean="0">
                            <a:solidFill>
                              <a:schemeClr val="accent3">
                                <a:lumMod val="75000"/>
                              </a:schemeClr>
                            </a:solidFill>
                            <a:latin typeface="Cambria Math" panose="02040503050406030204" pitchFamily="18" charset="0"/>
                          </a:rPr>
                          <m:t>𝐶</m:t>
                        </m:r>
                      </m:num>
                      <m:den>
                        <m:r>
                          <a:rPr lang="fr-FR" sz="2000" b="0" i="1" noProof="0" smtClean="0">
                            <a:solidFill>
                              <a:schemeClr val="accent3">
                                <a:lumMod val="75000"/>
                              </a:schemeClr>
                            </a:solidFill>
                            <a:latin typeface="Cambria Math" panose="02040503050406030204" pitchFamily="18" charset="0"/>
                          </a:rPr>
                          <m:t>𝜕</m:t>
                        </m:r>
                        <m:sSup>
                          <m:sSupPr>
                            <m:ctrlPr>
                              <a:rPr lang="fr-FR" sz="2000" b="0" i="1" noProof="0" smtClean="0">
                                <a:solidFill>
                                  <a:schemeClr val="accent3">
                                    <a:lumMod val="75000"/>
                                  </a:schemeClr>
                                </a:solidFill>
                                <a:latin typeface="Cambria Math" panose="02040503050406030204" pitchFamily="18" charset="0"/>
                              </a:rPr>
                            </m:ctrlPr>
                          </m:sSupPr>
                          <m:e>
                            <m:r>
                              <a:rPr lang="fr-FR" sz="2000" b="0" i="1" noProof="0" smtClean="0">
                                <a:solidFill>
                                  <a:schemeClr val="accent3">
                                    <a:lumMod val="75000"/>
                                  </a:schemeClr>
                                </a:solidFill>
                                <a:latin typeface="Cambria Math" panose="02040503050406030204" pitchFamily="18" charset="0"/>
                              </a:rPr>
                              <m:t>𝑟</m:t>
                            </m:r>
                          </m:e>
                          <m:sup>
                            <m:r>
                              <a:rPr lang="fr-FR" sz="2000" b="0" i="1" noProof="0" smtClean="0">
                                <a:solidFill>
                                  <a:schemeClr val="accent3">
                                    <a:lumMod val="75000"/>
                                  </a:schemeClr>
                                </a:solidFill>
                                <a:latin typeface="Cambria Math" panose="02040503050406030204" pitchFamily="18" charset="0"/>
                              </a:rPr>
                              <m:t>2</m:t>
                            </m:r>
                          </m:sup>
                        </m:sSup>
                      </m:den>
                    </m:f>
                    <m:sSub>
                      <m:sSubPr>
                        <m:ctrlPr>
                          <a:rPr lang="fr-FR" sz="2000" b="0" i="1" noProof="0" smtClean="0">
                            <a:solidFill>
                              <a:schemeClr val="accent3">
                                <a:lumMod val="75000"/>
                              </a:schemeClr>
                            </a:solidFill>
                            <a:latin typeface="Cambria Math" panose="02040503050406030204" pitchFamily="18" charset="0"/>
                          </a:rPr>
                        </m:ctrlPr>
                      </m:sSubPr>
                      <m:e>
                        <m:d>
                          <m:dPr>
                            <m:begChr m:val=""/>
                            <m:endChr m:val="|"/>
                            <m:ctrlPr>
                              <a:rPr lang="fr-FR" sz="2000" b="0" i="1" noProof="0" smtClean="0">
                                <a:solidFill>
                                  <a:schemeClr val="accent3">
                                    <a:lumMod val="75000"/>
                                  </a:schemeClr>
                                </a:solidFill>
                                <a:latin typeface="Cambria Math" panose="02040503050406030204" pitchFamily="18" charset="0"/>
                              </a:rPr>
                            </m:ctrlPr>
                          </m:dPr>
                          <m:e>
                            <m:r>
                              <a:rPr lang="fr-FR" sz="2000" b="0" i="1" noProof="0" smtClean="0">
                                <a:solidFill>
                                  <a:schemeClr val="accent3">
                                    <a:lumMod val="75000"/>
                                  </a:schemeClr>
                                </a:solidFill>
                                <a:latin typeface="Cambria Math" panose="02040503050406030204" pitchFamily="18" charset="0"/>
                              </a:rPr>
                              <m:t>​</m:t>
                            </m:r>
                          </m:e>
                        </m:d>
                      </m:e>
                      <m:sub>
                        <m:r>
                          <a:rPr lang="fr-FR" sz="2000" b="0" i="1" noProof="0" smtClean="0">
                            <a:solidFill>
                              <a:schemeClr val="accent3">
                                <a:lumMod val="75000"/>
                              </a:schemeClr>
                            </a:solidFill>
                            <a:latin typeface="Cambria Math" panose="02040503050406030204" pitchFamily="18" charset="0"/>
                          </a:rPr>
                          <m:t>𝑖</m:t>
                        </m:r>
                      </m:sub>
                    </m:sSub>
                    <m:r>
                      <a:rPr lang="fr-FR" sz="2000" b="0" i="1" noProof="0" smtClean="0">
                        <a:solidFill>
                          <a:schemeClr val="accent3">
                            <a:lumMod val="75000"/>
                          </a:schemeClr>
                        </a:solidFill>
                        <a:latin typeface="Cambria Math" panose="02040503050406030204" pitchFamily="18" charset="0"/>
                      </a:rPr>
                      <m:t>−</m:t>
                    </m:r>
                    <m:r>
                      <a:rPr lang="fr-FR" sz="2000" b="0" i="1" noProof="0" smtClean="0">
                        <a:solidFill>
                          <a:schemeClr val="accent3">
                            <a:lumMod val="75000"/>
                          </a:schemeClr>
                        </a:solidFill>
                        <a:latin typeface="Cambria Math" panose="02040503050406030204" pitchFamily="18" charset="0"/>
                      </a:rPr>
                      <m:t>𝑆</m:t>
                    </m:r>
                    <m:r>
                      <a:rPr lang="fr-FR" sz="2000" b="0" i="1" noProof="0" smtClean="0">
                        <a:solidFill>
                          <a:schemeClr val="tx1"/>
                        </a:solidFill>
                        <a:latin typeface="Cambria Math" panose="02040503050406030204" pitchFamily="18" charset="0"/>
                      </a:rPr>
                      <m:t>+</m:t>
                    </m:r>
                    <m:f>
                      <m:fPr>
                        <m:ctrlPr>
                          <a:rPr lang="fr-FR" sz="2000" i="1" noProof="0" smtClean="0">
                            <a:solidFill>
                              <a:schemeClr val="accent5">
                                <a:lumMod val="75000"/>
                              </a:schemeClr>
                            </a:solidFill>
                            <a:latin typeface="Cambria Math" panose="02040503050406030204" pitchFamily="18" charset="0"/>
                          </a:rPr>
                        </m:ctrlPr>
                      </m:fPr>
                      <m:num>
                        <m:sSup>
                          <m:sSupPr>
                            <m:ctrlPr>
                              <a:rPr lang="fr-FR" sz="2000" i="1" noProof="0">
                                <a:solidFill>
                                  <a:schemeClr val="accent5">
                                    <a:lumMod val="75000"/>
                                  </a:schemeClr>
                                </a:solidFill>
                                <a:latin typeface="Cambria Math" panose="02040503050406030204" pitchFamily="18" charset="0"/>
                              </a:rPr>
                            </m:ctrlPr>
                          </m:sSupPr>
                          <m:e>
                            <m:r>
                              <a:rPr lang="fr-FR" sz="2000" i="1" noProof="0">
                                <a:solidFill>
                                  <a:schemeClr val="accent5">
                                    <a:lumMod val="75000"/>
                                  </a:schemeClr>
                                </a:solidFill>
                                <a:latin typeface="Cambria Math" panose="02040503050406030204" pitchFamily="18" charset="0"/>
                              </a:rPr>
                              <m:t>𝜕</m:t>
                            </m:r>
                          </m:e>
                          <m:sup>
                            <m:r>
                              <a:rPr lang="fr-FR" sz="2000" i="1" noProof="0">
                                <a:solidFill>
                                  <a:schemeClr val="accent5">
                                    <a:lumMod val="75000"/>
                                  </a:schemeClr>
                                </a:solidFill>
                                <a:latin typeface="Cambria Math" panose="02040503050406030204" pitchFamily="18" charset="0"/>
                              </a:rPr>
                              <m:t>2</m:t>
                            </m:r>
                          </m:sup>
                        </m:sSup>
                        <m:r>
                          <a:rPr lang="fr-FR" sz="2000" i="1" noProof="0">
                            <a:solidFill>
                              <a:schemeClr val="accent5">
                                <a:lumMod val="75000"/>
                              </a:schemeClr>
                            </a:solidFill>
                            <a:latin typeface="Cambria Math" panose="02040503050406030204" pitchFamily="18" charset="0"/>
                          </a:rPr>
                          <m:t>𝐶</m:t>
                        </m:r>
                      </m:num>
                      <m:den>
                        <m:r>
                          <a:rPr lang="fr-FR" sz="2000" i="1" noProof="0">
                            <a:solidFill>
                              <a:schemeClr val="accent5">
                                <a:lumMod val="75000"/>
                              </a:schemeClr>
                            </a:solidFill>
                            <a:latin typeface="Cambria Math" panose="02040503050406030204" pitchFamily="18" charset="0"/>
                          </a:rPr>
                          <m:t>𝜕</m:t>
                        </m:r>
                        <m:sSup>
                          <m:sSupPr>
                            <m:ctrlPr>
                              <a:rPr lang="fr-FR" sz="2000" i="1" noProof="0">
                                <a:solidFill>
                                  <a:schemeClr val="accent5">
                                    <a:lumMod val="75000"/>
                                  </a:schemeClr>
                                </a:solidFill>
                                <a:latin typeface="Cambria Math" panose="02040503050406030204" pitchFamily="18" charset="0"/>
                              </a:rPr>
                            </m:ctrlPr>
                          </m:sSupPr>
                          <m:e>
                            <m:r>
                              <a:rPr lang="fr-FR" sz="2000" i="1" noProof="0">
                                <a:solidFill>
                                  <a:schemeClr val="accent5">
                                    <a:lumMod val="75000"/>
                                  </a:schemeClr>
                                </a:solidFill>
                                <a:latin typeface="Cambria Math" panose="02040503050406030204" pitchFamily="18" charset="0"/>
                              </a:rPr>
                              <m:t>𝑟</m:t>
                            </m:r>
                          </m:e>
                          <m:sup>
                            <m:r>
                              <a:rPr lang="fr-FR" sz="2000" i="1" noProof="0">
                                <a:solidFill>
                                  <a:schemeClr val="accent5">
                                    <a:lumMod val="75000"/>
                                  </a:schemeClr>
                                </a:solidFill>
                                <a:latin typeface="Cambria Math" panose="02040503050406030204" pitchFamily="18" charset="0"/>
                              </a:rPr>
                              <m:t>2</m:t>
                            </m:r>
                          </m:sup>
                        </m:sSup>
                      </m:den>
                    </m:f>
                    <m:sSub>
                      <m:sSubPr>
                        <m:ctrlPr>
                          <a:rPr lang="fr-FR" sz="2000" i="1" noProof="0">
                            <a:solidFill>
                              <a:schemeClr val="accent5">
                                <a:lumMod val="75000"/>
                              </a:schemeClr>
                            </a:solidFill>
                            <a:latin typeface="Cambria Math" panose="02040503050406030204" pitchFamily="18" charset="0"/>
                          </a:rPr>
                        </m:ctrlPr>
                      </m:sSubPr>
                      <m:e>
                        <m:d>
                          <m:dPr>
                            <m:begChr m:val=""/>
                            <m:endChr m:val="|"/>
                            <m:ctrlPr>
                              <a:rPr lang="fr-FR" sz="2000" i="1" noProof="0">
                                <a:solidFill>
                                  <a:schemeClr val="accent5">
                                    <a:lumMod val="75000"/>
                                  </a:schemeClr>
                                </a:solidFill>
                                <a:latin typeface="Cambria Math" panose="02040503050406030204" pitchFamily="18" charset="0"/>
                              </a:rPr>
                            </m:ctrlPr>
                          </m:dPr>
                          <m:e>
                            <m:r>
                              <a:rPr lang="fr-FR" sz="2000" i="1" noProof="0">
                                <a:solidFill>
                                  <a:schemeClr val="accent5">
                                    <a:lumMod val="75000"/>
                                  </a:schemeClr>
                                </a:solidFill>
                                <a:latin typeface="Cambria Math" panose="02040503050406030204" pitchFamily="18" charset="0"/>
                              </a:rPr>
                              <m:t>​</m:t>
                            </m:r>
                          </m:e>
                        </m:d>
                      </m:e>
                      <m:sub>
                        <m:r>
                          <a:rPr lang="fr-FR" sz="2000" i="1" noProof="0">
                            <a:solidFill>
                              <a:schemeClr val="accent5">
                                <a:lumMod val="75000"/>
                              </a:schemeClr>
                            </a:solidFill>
                            <a:latin typeface="Cambria Math" panose="02040503050406030204" pitchFamily="18" charset="0"/>
                          </a:rPr>
                          <m:t>𝑖</m:t>
                        </m:r>
                      </m:sub>
                    </m:sSub>
                    <m:f>
                      <m:fPr>
                        <m:ctrlPr>
                          <a:rPr lang="fr-FR" sz="2000" i="1" noProof="0">
                            <a:solidFill>
                              <a:schemeClr val="accent5">
                                <a:lumMod val="75000"/>
                              </a:schemeClr>
                            </a:solidFill>
                            <a:latin typeface="Cambria Math" panose="02040503050406030204" pitchFamily="18" charset="0"/>
                          </a:rPr>
                        </m:ctrlPr>
                      </m:fPr>
                      <m:num>
                        <m:r>
                          <m:rPr>
                            <m:sty m:val="p"/>
                          </m:rPr>
                          <a:rPr lang="fr-FR" sz="2000" i="1" noProof="0">
                            <a:solidFill>
                              <a:schemeClr val="accent5">
                                <a:lumMod val="75000"/>
                              </a:schemeClr>
                            </a:solidFill>
                            <a:latin typeface="Cambria Math" panose="02040503050406030204" pitchFamily="18" charset="0"/>
                          </a:rPr>
                          <m:t>Δ</m:t>
                        </m:r>
                        <m:r>
                          <a:rPr lang="fr-FR" sz="2000" i="1" noProof="0" smtClean="0">
                            <a:solidFill>
                              <a:schemeClr val="accent5">
                                <a:lumMod val="75000"/>
                              </a:schemeClr>
                            </a:solidFill>
                            <a:latin typeface="Cambria Math" panose="02040503050406030204" pitchFamily="18" charset="0"/>
                          </a:rPr>
                          <m:t>𝑟</m:t>
                        </m:r>
                      </m:num>
                      <m:den>
                        <m:r>
                          <a:rPr lang="fr-FR" sz="2000" i="1" noProof="0">
                            <a:solidFill>
                              <a:schemeClr val="accent5">
                                <a:lumMod val="75000"/>
                              </a:schemeClr>
                            </a:solidFill>
                            <a:latin typeface="Cambria Math" panose="02040503050406030204" pitchFamily="18" charset="0"/>
                          </a:rPr>
                          <m:t>2!</m:t>
                        </m:r>
                      </m:den>
                    </m:f>
                    <m:r>
                      <a:rPr lang="fr-FR" sz="2000" b="0" i="1" noProof="0" smtClean="0">
                        <a:solidFill>
                          <a:schemeClr val="accent5">
                            <a:lumMod val="75000"/>
                          </a:schemeClr>
                        </a:solidFill>
                        <a:latin typeface="Cambria Math" panose="02040503050406030204" pitchFamily="18" charset="0"/>
                      </a:rPr>
                      <m:t>+</m:t>
                    </m:r>
                    <m:r>
                      <a:rPr lang="fr-FR" sz="2000" i="1" noProof="0" smtClean="0">
                        <a:solidFill>
                          <a:schemeClr val="accent5">
                            <a:lumMod val="75000"/>
                          </a:schemeClr>
                        </a:solidFill>
                        <a:latin typeface="Cambria Math" panose="02040503050406030204" pitchFamily="18" charset="0"/>
                      </a:rPr>
                      <m:t>𝑜</m:t>
                    </m:r>
                    <m:d>
                      <m:dPr>
                        <m:ctrlPr>
                          <a:rPr lang="fr-FR" sz="2000" i="1" noProof="0" smtClean="0">
                            <a:solidFill>
                              <a:schemeClr val="accent5">
                                <a:lumMod val="75000"/>
                              </a:schemeClr>
                            </a:solidFill>
                            <a:latin typeface="Cambria Math" panose="02040503050406030204" pitchFamily="18" charset="0"/>
                          </a:rPr>
                        </m:ctrlPr>
                      </m:dPr>
                      <m:e>
                        <m:r>
                          <m:rPr>
                            <m:sty m:val="p"/>
                          </m:rPr>
                          <a:rPr lang="fr-FR" sz="2000" noProof="0">
                            <a:solidFill>
                              <a:schemeClr val="accent5">
                                <a:lumMod val="75000"/>
                              </a:schemeClr>
                            </a:solidFill>
                            <a:latin typeface="Cambria Math" panose="02040503050406030204" pitchFamily="18" charset="0"/>
                          </a:rPr>
                          <m:t>Δ</m:t>
                        </m:r>
                        <m:sSup>
                          <m:sSupPr>
                            <m:ctrlPr>
                              <a:rPr lang="fr-FR" sz="2000" i="1" noProof="0">
                                <a:solidFill>
                                  <a:schemeClr val="accent5">
                                    <a:lumMod val="75000"/>
                                  </a:schemeClr>
                                </a:solidFill>
                                <a:latin typeface="Cambria Math" panose="02040503050406030204" pitchFamily="18" charset="0"/>
                              </a:rPr>
                            </m:ctrlPr>
                          </m:sSupPr>
                          <m:e>
                            <m:r>
                              <a:rPr lang="fr-FR" sz="2000" i="1" noProof="0">
                                <a:solidFill>
                                  <a:schemeClr val="accent5">
                                    <a:lumMod val="75000"/>
                                  </a:schemeClr>
                                </a:solidFill>
                                <a:latin typeface="Cambria Math" panose="02040503050406030204" pitchFamily="18" charset="0"/>
                              </a:rPr>
                              <m:t>𝑟</m:t>
                            </m:r>
                          </m:e>
                          <m:sup>
                            <m:r>
                              <a:rPr lang="fr-FR" sz="2000" b="0" i="1" noProof="0" smtClean="0">
                                <a:solidFill>
                                  <a:schemeClr val="accent5">
                                    <a:lumMod val="75000"/>
                                  </a:schemeClr>
                                </a:solidFill>
                                <a:latin typeface="Cambria Math" panose="02040503050406030204" pitchFamily="18" charset="0"/>
                              </a:rPr>
                              <m:t>2</m:t>
                            </m:r>
                          </m:sup>
                        </m:sSup>
                      </m:e>
                    </m:d>
                  </m:oMath>
                </a14:m>
                <a:endParaRPr lang="fr-FR" sz="2000" b="0" i="1" noProof="0" dirty="0">
                  <a:latin typeface="Cambria Math" panose="02040503050406030204" pitchFamily="18" charset="0"/>
                </a:endParaRPr>
              </a:p>
              <a:p>
                <a:pPr marL="0" indent="0">
                  <a:buNone/>
                </a:pPr>
                <a:r>
                  <a:rPr lang="fr-FR" sz="2000" noProof="0" dirty="0">
                    <a:latin typeface="Cambria Math" panose="02040503050406030204" pitchFamily="18" charset="0"/>
                  </a:rPr>
                  <a:t>                                             </a:t>
                </a:r>
                <a:r>
                  <a:rPr lang="fr-FR" sz="2000" noProof="0" dirty="0">
                    <a:solidFill>
                      <a:schemeClr val="accent3">
                        <a:lumMod val="75000"/>
                      </a:schemeClr>
                    </a:solidFill>
                    <a:latin typeface="Cambria Math" panose="02040503050406030204" pitchFamily="18" charset="0"/>
                  </a:rPr>
                  <a:t>L(C)                      </a:t>
                </a:r>
                <a:r>
                  <a:rPr lang="fr-FR" sz="2000" noProof="0" dirty="0">
                    <a:solidFill>
                      <a:schemeClr val="accent5">
                        <a:lumMod val="75000"/>
                      </a:schemeClr>
                    </a:solidFill>
                    <a:latin typeface="Cambria Math" panose="02040503050406030204" pitchFamily="18" charset="0"/>
                  </a:rPr>
                  <a:t>Erreur</a:t>
                </a:r>
                <a:r>
                  <a:rPr lang="fr-FR" sz="2000" i="1" noProof="0" dirty="0">
                    <a:solidFill>
                      <a:schemeClr val="accent5">
                        <a:lumMod val="75000"/>
                      </a:schemeClr>
                    </a:solidFill>
                    <a:latin typeface="Cambria Math" panose="02040503050406030204" pitchFamily="18" charset="0"/>
                  </a:rPr>
                  <a:t> </a:t>
                </a:r>
                <a:r>
                  <a:rPr lang="fr-FR" sz="2000" noProof="0" dirty="0">
                    <a:solidFill>
                      <a:schemeClr val="accent5">
                        <a:lumMod val="75000"/>
                      </a:schemeClr>
                    </a:solidFill>
                    <a:latin typeface="Cambria Math" panose="02040503050406030204" pitchFamily="18" charset="0"/>
                  </a:rPr>
                  <a:t>de</a:t>
                </a:r>
                <a:r>
                  <a:rPr lang="fr-FR" sz="2000" i="1" noProof="0" dirty="0">
                    <a:solidFill>
                      <a:schemeClr val="accent5">
                        <a:lumMod val="75000"/>
                      </a:schemeClr>
                    </a:solidFill>
                    <a:latin typeface="Cambria Math" panose="02040503050406030204" pitchFamily="18" charset="0"/>
                  </a:rPr>
                  <a:t> </a:t>
                </a:r>
                <a:r>
                  <a:rPr lang="fr-FR" sz="2000" noProof="0" dirty="0">
                    <a:solidFill>
                      <a:schemeClr val="accent5">
                        <a:lumMod val="75000"/>
                      </a:schemeClr>
                    </a:solidFill>
                    <a:latin typeface="Cambria Math" panose="02040503050406030204" pitchFamily="18" charset="0"/>
                  </a:rPr>
                  <a:t>troncature</a:t>
                </a:r>
              </a:p>
              <a:p>
                <a:r>
                  <a:rPr lang="fr-FR" sz="2000" noProof="0" dirty="0">
                    <a:latin typeface="Cambria Math" panose="02040503050406030204" pitchFamily="18" charset="0"/>
                  </a:rPr>
                  <a:t>Ordre de précision attendu : 1 par rapport à r</a:t>
                </a:r>
              </a:p>
            </p:txBody>
          </p:sp>
        </mc:Choice>
        <mc:Fallback>
          <p:sp>
            <p:nvSpPr>
              <p:cNvPr id="3" name="Content Placeholder 2">
                <a:extLst>
                  <a:ext uri="{FF2B5EF4-FFF2-40B4-BE49-F238E27FC236}">
                    <a16:creationId xmlns:a16="http://schemas.microsoft.com/office/drawing/2014/main" id="{96EA6D01-0D26-9222-9929-8DBC84D3FF8F}"/>
                  </a:ext>
                </a:extLst>
              </p:cNvPr>
              <p:cNvSpPr>
                <a:spLocks noGrp="1" noRot="1" noChangeAspect="1" noMove="1" noResize="1" noEditPoints="1" noAdjustHandles="1" noChangeArrowheads="1" noChangeShapeType="1" noTextEdit="1"/>
              </p:cNvSpPr>
              <p:nvPr>
                <p:ph idx="1"/>
              </p:nvPr>
            </p:nvSpPr>
            <p:spPr>
              <a:blipFill>
                <a:blip r:embed="rId2"/>
                <a:stretch>
                  <a:fillRect l="-522"/>
                </a:stretch>
              </a:blipFill>
            </p:spPr>
            <p:txBody>
              <a:bodyPr/>
              <a:lstStyle/>
              <a:p>
                <a:r>
                  <a:rPr lang="fr-CA">
                    <a:noFill/>
                  </a:rPr>
                  <a:t> </a:t>
                </a:r>
              </a:p>
            </p:txBody>
          </p:sp>
        </mc:Fallback>
      </mc:AlternateContent>
    </p:spTree>
    <p:extLst>
      <p:ext uri="{BB962C8B-B14F-4D97-AF65-F5344CB8AC3E}">
        <p14:creationId xmlns:p14="http://schemas.microsoft.com/office/powerpoint/2010/main" val="12474836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6639E-9501-8478-3EB4-8AFBCC750761}"/>
              </a:ext>
            </a:extLst>
          </p:cNvPr>
          <p:cNvSpPr>
            <a:spLocks noGrp="1"/>
          </p:cNvSpPr>
          <p:nvPr>
            <p:ph type="title"/>
          </p:nvPr>
        </p:nvSpPr>
        <p:spPr/>
        <p:txBody>
          <a:bodyPr/>
          <a:lstStyle/>
          <a:p>
            <a:r>
              <a:rPr lang="fr-FR" noProof="0" dirty="0"/>
              <a:t>E. Nouveaux schémas de différenciation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25C440B-7075-8DCF-D94D-6AE14F2C6543}"/>
                  </a:ext>
                </a:extLst>
              </p:cNvPr>
              <p:cNvSpPr>
                <a:spLocks noGrp="1"/>
              </p:cNvSpPr>
              <p:nvPr>
                <p:ph idx="1"/>
              </p:nvPr>
            </p:nvSpPr>
            <p:spPr/>
            <p:txBody>
              <a:bodyPr>
                <a:normAutofit/>
              </a:bodyPr>
              <a:lstStyle/>
              <a:p>
                <a14:m>
                  <m:oMath xmlns:m="http://schemas.openxmlformats.org/officeDocument/2006/math">
                    <m:f>
                      <m:fPr>
                        <m:ctrlPr>
                          <a:rPr lang="fr-FR" i="1" noProof="0" smtClean="0">
                            <a:latin typeface="Cambria Math" panose="02040503050406030204" pitchFamily="18" charset="0"/>
                          </a:rPr>
                        </m:ctrlPr>
                      </m:fPr>
                      <m:num>
                        <m:r>
                          <a:rPr lang="fr-FR" i="1" noProof="0">
                            <a:latin typeface="Cambria Math" panose="02040503050406030204" pitchFamily="18" charset="0"/>
                          </a:rPr>
                          <m:t>1</m:t>
                        </m:r>
                      </m:num>
                      <m:den>
                        <m:r>
                          <a:rPr lang="fr-FR" i="1" noProof="0">
                            <a:latin typeface="Cambria Math" panose="02040503050406030204" pitchFamily="18" charset="0"/>
                          </a:rPr>
                          <m:t>𝑟</m:t>
                        </m:r>
                      </m:den>
                    </m:f>
                    <m:f>
                      <m:fPr>
                        <m:ctrlPr>
                          <a:rPr lang="fr-FR" i="1" noProof="0">
                            <a:latin typeface="Cambria Math" panose="02040503050406030204" pitchFamily="18" charset="0"/>
                          </a:rPr>
                        </m:ctrlPr>
                      </m:fPr>
                      <m:num>
                        <m:r>
                          <a:rPr lang="fr-FR" i="1" noProof="0">
                            <a:latin typeface="Cambria Math" panose="02040503050406030204" pitchFamily="18" charset="0"/>
                          </a:rPr>
                          <m:t>𝑑</m:t>
                        </m:r>
                      </m:num>
                      <m:den>
                        <m:r>
                          <a:rPr lang="fr-FR" i="1" noProof="0">
                            <a:latin typeface="Cambria Math" panose="02040503050406030204" pitchFamily="18" charset="0"/>
                          </a:rPr>
                          <m:t>𝑑𝑟</m:t>
                        </m:r>
                      </m:den>
                    </m:f>
                    <m:d>
                      <m:dPr>
                        <m:ctrlPr>
                          <a:rPr lang="fr-FR" i="1" noProof="0">
                            <a:latin typeface="Cambria Math" panose="02040503050406030204" pitchFamily="18" charset="0"/>
                          </a:rPr>
                        </m:ctrlPr>
                      </m:dPr>
                      <m:e>
                        <m:r>
                          <a:rPr lang="fr-FR" i="1" noProof="0">
                            <a:latin typeface="Cambria Math" panose="02040503050406030204" pitchFamily="18" charset="0"/>
                          </a:rPr>
                          <m:t>𝑟</m:t>
                        </m:r>
                        <m:f>
                          <m:fPr>
                            <m:ctrlPr>
                              <a:rPr lang="fr-FR" i="1" noProof="0">
                                <a:latin typeface="Cambria Math" panose="02040503050406030204" pitchFamily="18" charset="0"/>
                              </a:rPr>
                            </m:ctrlPr>
                          </m:fPr>
                          <m:num>
                            <m:r>
                              <a:rPr lang="fr-FR" i="1" noProof="0">
                                <a:latin typeface="Cambria Math" panose="02040503050406030204" pitchFamily="18" charset="0"/>
                              </a:rPr>
                              <m:t>𝑑𝐶</m:t>
                            </m:r>
                          </m:num>
                          <m:den>
                            <m:r>
                              <a:rPr lang="fr-FR" i="1" noProof="0">
                                <a:latin typeface="Cambria Math" panose="02040503050406030204" pitchFamily="18" charset="0"/>
                              </a:rPr>
                              <m:t>𝑑𝑟</m:t>
                            </m:r>
                          </m:den>
                        </m:f>
                      </m:e>
                    </m:d>
                    <m:r>
                      <a:rPr lang="fr-FR" i="1" noProof="0">
                        <a:latin typeface="Cambria Math" panose="02040503050406030204" pitchFamily="18" charset="0"/>
                      </a:rPr>
                      <m:t>= </m:t>
                    </m:r>
                    <m:f>
                      <m:fPr>
                        <m:ctrlPr>
                          <a:rPr lang="fr-FR" i="1" noProof="0">
                            <a:latin typeface="Cambria Math" panose="02040503050406030204" pitchFamily="18" charset="0"/>
                          </a:rPr>
                        </m:ctrlPr>
                      </m:fPr>
                      <m:num>
                        <m:r>
                          <a:rPr lang="fr-FR" i="1" noProof="0">
                            <a:latin typeface="Cambria Math" panose="02040503050406030204" pitchFamily="18" charset="0"/>
                          </a:rPr>
                          <m:t>𝜕</m:t>
                        </m:r>
                        <m:r>
                          <a:rPr lang="fr-FR" i="1" noProof="0">
                            <a:latin typeface="Cambria Math" panose="02040503050406030204" pitchFamily="18" charset="0"/>
                          </a:rPr>
                          <m:t>²</m:t>
                        </m:r>
                        <m:r>
                          <m:rPr>
                            <m:sty m:val="p"/>
                          </m:rPr>
                          <a:rPr lang="fr-FR" i="1" noProof="0">
                            <a:latin typeface="Cambria Math" panose="02040503050406030204" pitchFamily="18" charset="0"/>
                          </a:rPr>
                          <m:t>C</m:t>
                        </m:r>
                      </m:num>
                      <m:den>
                        <m:r>
                          <a:rPr lang="fr-FR" i="1" noProof="0">
                            <a:latin typeface="Cambria Math" panose="02040503050406030204" pitchFamily="18" charset="0"/>
                          </a:rPr>
                          <m:t>𝜕</m:t>
                        </m:r>
                        <m:r>
                          <m:rPr>
                            <m:sty m:val="p"/>
                          </m:rPr>
                          <a:rPr lang="fr-FR" i="1" noProof="0">
                            <a:latin typeface="Cambria Math" panose="02040503050406030204" pitchFamily="18" charset="0"/>
                          </a:rPr>
                          <m:t>r</m:t>
                        </m:r>
                        <m:r>
                          <a:rPr lang="fr-FR" i="1" noProof="0">
                            <a:latin typeface="Cambria Math" panose="02040503050406030204" pitchFamily="18" charset="0"/>
                          </a:rPr>
                          <m:t>²</m:t>
                        </m:r>
                      </m:den>
                    </m:f>
                    <m:r>
                      <a:rPr lang="fr-FR" i="1" noProof="0">
                        <a:latin typeface="Cambria Math" panose="02040503050406030204" pitchFamily="18" charset="0"/>
                      </a:rPr>
                      <m:t> +</m:t>
                    </m:r>
                    <m:f>
                      <m:fPr>
                        <m:ctrlPr>
                          <a:rPr lang="fr-FR" i="1" noProof="0">
                            <a:latin typeface="Cambria Math" panose="02040503050406030204" pitchFamily="18" charset="0"/>
                          </a:rPr>
                        </m:ctrlPr>
                      </m:fPr>
                      <m:num>
                        <m:r>
                          <a:rPr lang="fr-FR" i="1" noProof="0">
                            <a:latin typeface="Cambria Math" panose="02040503050406030204" pitchFamily="18" charset="0"/>
                          </a:rPr>
                          <m:t>1</m:t>
                        </m:r>
                      </m:num>
                      <m:den>
                        <m:r>
                          <m:rPr>
                            <m:sty m:val="p"/>
                          </m:rPr>
                          <a:rPr lang="fr-FR" i="1" noProof="0">
                            <a:latin typeface="Cambria Math" panose="02040503050406030204" pitchFamily="18" charset="0"/>
                          </a:rPr>
                          <m:t>r</m:t>
                        </m:r>
                      </m:den>
                    </m:f>
                    <m:f>
                      <m:fPr>
                        <m:ctrlPr>
                          <a:rPr lang="fr-FR" i="1" noProof="0">
                            <a:latin typeface="Cambria Math" panose="02040503050406030204" pitchFamily="18" charset="0"/>
                          </a:rPr>
                        </m:ctrlPr>
                      </m:fPr>
                      <m:num>
                        <m:r>
                          <a:rPr lang="fr-FR" i="1" noProof="0">
                            <a:latin typeface="Cambria Math" panose="02040503050406030204" pitchFamily="18" charset="0"/>
                          </a:rPr>
                          <m:t>𝜕</m:t>
                        </m:r>
                        <m:r>
                          <m:rPr>
                            <m:sty m:val="p"/>
                          </m:rPr>
                          <a:rPr lang="fr-FR" i="1" noProof="0">
                            <a:latin typeface="Cambria Math" panose="02040503050406030204" pitchFamily="18" charset="0"/>
                          </a:rPr>
                          <m:t>C</m:t>
                        </m:r>
                      </m:num>
                      <m:den>
                        <m:r>
                          <a:rPr lang="fr-FR" i="1" noProof="0">
                            <a:latin typeface="Cambria Math" panose="02040503050406030204" pitchFamily="18" charset="0"/>
                          </a:rPr>
                          <m:t>𝜕</m:t>
                        </m:r>
                        <m:r>
                          <m:rPr>
                            <m:sty m:val="p"/>
                          </m:rPr>
                          <a:rPr lang="fr-FR" i="1" noProof="0">
                            <a:latin typeface="Cambria Math" panose="02040503050406030204" pitchFamily="18" charset="0"/>
                          </a:rPr>
                          <m:t>r</m:t>
                        </m:r>
                      </m:den>
                    </m:f>
                    <m:r>
                      <a:rPr lang="fr-FR" i="1" noProof="0">
                        <a:latin typeface="Cambria Math" panose="02040503050406030204" pitchFamily="18" charset="0"/>
                      </a:rPr>
                      <m:t>    </m:t>
                    </m:r>
                    <m:groupChr>
                      <m:groupChrPr>
                        <m:chr m:val="⇒"/>
                        <m:pos m:val="top"/>
                        <m:ctrlPr>
                          <a:rPr lang="fr-FR" i="1" noProof="0">
                            <a:latin typeface="Cambria Math" panose="02040503050406030204" pitchFamily="18" charset="0"/>
                          </a:rPr>
                        </m:ctrlPr>
                      </m:groupChrPr>
                      <m:e>
                        <m:r>
                          <m:rPr>
                            <m:sty m:val="p"/>
                            <m:brk m:alnAt="1"/>
                          </m:rPr>
                          <a:rPr lang="fr-FR" i="1" noProof="0">
                            <a:latin typeface="Cambria Math" panose="02040503050406030204" pitchFamily="18" charset="0"/>
                          </a:rPr>
                          <m:t>s</m:t>
                        </m:r>
                        <m:r>
                          <m:rPr>
                            <m:sty m:val="p"/>
                          </m:rPr>
                          <a:rPr lang="fr-FR" i="1" noProof="0">
                            <a:latin typeface="Cambria Math" panose="02040503050406030204" pitchFamily="18" charset="0"/>
                          </a:rPr>
                          <m:t>ch</m:t>
                        </m:r>
                        <m:r>
                          <a:rPr lang="fr-FR" i="1" noProof="0">
                            <a:latin typeface="Cambria Math" panose="02040503050406030204" pitchFamily="18" charset="0"/>
                          </a:rPr>
                          <m:t>é</m:t>
                        </m:r>
                        <m:r>
                          <m:rPr>
                            <m:sty m:val="p"/>
                          </m:rPr>
                          <a:rPr lang="fr-FR" i="1" noProof="0">
                            <a:latin typeface="Cambria Math" panose="02040503050406030204" pitchFamily="18" charset="0"/>
                          </a:rPr>
                          <m:t>ma</m:t>
                        </m:r>
                      </m:e>
                    </m:groupChr>
                    <m:r>
                      <a:rPr lang="fr-FR" i="1" noProof="0">
                        <a:latin typeface="Cambria Math" panose="02040503050406030204" pitchFamily="18" charset="0"/>
                      </a:rPr>
                      <m:t>   </m:t>
                    </m:r>
                    <m:f>
                      <m:fPr>
                        <m:ctrlPr>
                          <a:rPr lang="fr-FR" i="1" noProof="0">
                            <a:latin typeface="Cambria Math" panose="02040503050406030204" pitchFamily="18" charset="0"/>
                          </a:rPr>
                        </m:ctrlPr>
                      </m:fPr>
                      <m:num>
                        <m:sSub>
                          <m:sSubPr>
                            <m:ctrlPr>
                              <a:rPr lang="fr-FR" i="1" noProof="0">
                                <a:latin typeface="Cambria Math" panose="02040503050406030204" pitchFamily="18" charset="0"/>
                              </a:rPr>
                            </m:ctrlPr>
                          </m:sSubPr>
                          <m:e>
                            <m:r>
                              <a:rPr lang="fr-FR" i="1" noProof="0">
                                <a:latin typeface="Cambria Math" panose="02040503050406030204" pitchFamily="18" charset="0"/>
                              </a:rPr>
                              <m:t>𝐶</m:t>
                            </m:r>
                          </m:e>
                          <m:sub>
                            <m:r>
                              <a:rPr lang="fr-FR" i="1" noProof="0">
                                <a:latin typeface="Cambria Math" panose="02040503050406030204" pitchFamily="18" charset="0"/>
                              </a:rPr>
                              <m:t>𝑖</m:t>
                            </m:r>
                            <m:r>
                              <a:rPr lang="fr-FR" i="1" noProof="0">
                                <a:latin typeface="Cambria Math" panose="02040503050406030204" pitchFamily="18" charset="0"/>
                              </a:rPr>
                              <m:t>+1</m:t>
                            </m:r>
                          </m:sub>
                        </m:sSub>
                        <m:r>
                          <a:rPr lang="fr-FR" i="1" noProof="0">
                            <a:latin typeface="Cambria Math" panose="02040503050406030204" pitchFamily="18" charset="0"/>
                          </a:rPr>
                          <m:t>−2</m:t>
                        </m:r>
                        <m:sSub>
                          <m:sSubPr>
                            <m:ctrlPr>
                              <a:rPr lang="fr-FR" i="1" noProof="0">
                                <a:latin typeface="Cambria Math" panose="02040503050406030204" pitchFamily="18" charset="0"/>
                              </a:rPr>
                            </m:ctrlPr>
                          </m:sSubPr>
                          <m:e>
                            <m:r>
                              <a:rPr lang="fr-FR" i="1" noProof="0">
                                <a:latin typeface="Cambria Math" panose="02040503050406030204" pitchFamily="18" charset="0"/>
                              </a:rPr>
                              <m:t>𝐶</m:t>
                            </m:r>
                          </m:e>
                          <m:sub>
                            <m:r>
                              <a:rPr lang="fr-FR" i="1" noProof="0">
                                <a:latin typeface="Cambria Math" panose="02040503050406030204" pitchFamily="18" charset="0"/>
                              </a:rPr>
                              <m:t>𝑖</m:t>
                            </m:r>
                          </m:sub>
                        </m:sSub>
                        <m:r>
                          <a:rPr lang="fr-FR" i="1" noProof="0">
                            <a:latin typeface="Cambria Math" panose="02040503050406030204" pitchFamily="18" charset="0"/>
                          </a:rPr>
                          <m:t>+</m:t>
                        </m:r>
                        <m:sSub>
                          <m:sSubPr>
                            <m:ctrlPr>
                              <a:rPr lang="fr-FR" i="1" noProof="0">
                                <a:latin typeface="Cambria Math" panose="02040503050406030204" pitchFamily="18" charset="0"/>
                              </a:rPr>
                            </m:ctrlPr>
                          </m:sSubPr>
                          <m:e>
                            <m:r>
                              <a:rPr lang="fr-FR" i="1" noProof="0">
                                <a:latin typeface="Cambria Math" panose="02040503050406030204" pitchFamily="18" charset="0"/>
                              </a:rPr>
                              <m:t>𝐶</m:t>
                            </m:r>
                          </m:e>
                          <m:sub>
                            <m:r>
                              <a:rPr lang="fr-FR" i="1" noProof="0">
                                <a:latin typeface="Cambria Math" panose="02040503050406030204" pitchFamily="18" charset="0"/>
                              </a:rPr>
                              <m:t>𝑖</m:t>
                            </m:r>
                            <m:r>
                              <a:rPr lang="fr-FR" i="1" noProof="0">
                                <a:latin typeface="Cambria Math" panose="02040503050406030204" pitchFamily="18" charset="0"/>
                              </a:rPr>
                              <m:t>−1</m:t>
                            </m:r>
                          </m:sub>
                        </m:sSub>
                      </m:num>
                      <m:den>
                        <m:r>
                          <m:rPr>
                            <m:sty m:val="p"/>
                          </m:rPr>
                          <a:rPr lang="fr-FR" i="1" noProof="0">
                            <a:latin typeface="Cambria Math" panose="02040503050406030204" pitchFamily="18" charset="0"/>
                          </a:rPr>
                          <m:t>Δr</m:t>
                        </m:r>
                        <m:r>
                          <a:rPr lang="fr-FR" i="1" noProof="0">
                            <a:latin typeface="Cambria Math" panose="02040503050406030204" pitchFamily="18" charset="0"/>
                          </a:rPr>
                          <m:t>²</m:t>
                        </m:r>
                      </m:den>
                    </m:f>
                    <m:r>
                      <a:rPr lang="fr-FR" i="1" noProof="0">
                        <a:latin typeface="Cambria Math" panose="02040503050406030204" pitchFamily="18" charset="0"/>
                      </a:rPr>
                      <m:t>+</m:t>
                    </m:r>
                    <m:f>
                      <m:fPr>
                        <m:ctrlPr>
                          <a:rPr lang="fr-FR" i="1" noProof="0">
                            <a:latin typeface="Cambria Math" panose="02040503050406030204" pitchFamily="18" charset="0"/>
                          </a:rPr>
                        </m:ctrlPr>
                      </m:fPr>
                      <m:num>
                        <m:r>
                          <a:rPr lang="fr-FR" i="1" noProof="0">
                            <a:latin typeface="Cambria Math" panose="02040503050406030204" pitchFamily="18" charset="0"/>
                          </a:rPr>
                          <m:t>1</m:t>
                        </m:r>
                      </m:num>
                      <m:den>
                        <m:r>
                          <m:rPr>
                            <m:sty m:val="p"/>
                          </m:rPr>
                          <a:rPr lang="fr-FR" i="1" noProof="0">
                            <a:latin typeface="Cambria Math" panose="02040503050406030204" pitchFamily="18" charset="0"/>
                          </a:rPr>
                          <m:t>r</m:t>
                        </m:r>
                      </m:den>
                    </m:f>
                    <m:r>
                      <a:rPr lang="fr-FR" i="1" noProof="0">
                        <a:latin typeface="Cambria Math" panose="02040503050406030204" pitchFamily="18" charset="0"/>
                      </a:rPr>
                      <m:t>⋅</m:t>
                    </m:r>
                    <m:f>
                      <m:fPr>
                        <m:ctrlPr>
                          <a:rPr lang="fr-FR" i="1" noProof="0">
                            <a:latin typeface="Cambria Math" panose="02040503050406030204" pitchFamily="18" charset="0"/>
                          </a:rPr>
                        </m:ctrlPr>
                      </m:fPr>
                      <m:num>
                        <m:sSub>
                          <m:sSubPr>
                            <m:ctrlPr>
                              <a:rPr lang="fr-FR" i="1" noProof="0">
                                <a:latin typeface="Cambria Math" panose="02040503050406030204" pitchFamily="18" charset="0"/>
                              </a:rPr>
                            </m:ctrlPr>
                          </m:sSubPr>
                          <m:e>
                            <m:r>
                              <a:rPr lang="fr-FR" i="1" noProof="0">
                                <a:latin typeface="Cambria Math" panose="02040503050406030204" pitchFamily="18" charset="0"/>
                              </a:rPr>
                              <m:t>𝐶</m:t>
                            </m:r>
                          </m:e>
                          <m:sub>
                            <m:r>
                              <a:rPr lang="fr-FR" i="1" noProof="0">
                                <a:latin typeface="Cambria Math" panose="02040503050406030204" pitchFamily="18" charset="0"/>
                              </a:rPr>
                              <m:t>𝑖</m:t>
                            </m:r>
                            <m:r>
                              <a:rPr lang="fr-FR" i="1" noProof="0">
                                <a:latin typeface="Cambria Math" panose="02040503050406030204" pitchFamily="18" charset="0"/>
                              </a:rPr>
                              <m:t>+1</m:t>
                            </m:r>
                          </m:sub>
                        </m:sSub>
                        <m:r>
                          <a:rPr lang="fr-FR" i="1" noProof="0">
                            <a:latin typeface="Cambria Math" panose="02040503050406030204" pitchFamily="18" charset="0"/>
                          </a:rPr>
                          <m:t>−</m:t>
                        </m:r>
                        <m:sSub>
                          <m:sSubPr>
                            <m:ctrlPr>
                              <a:rPr lang="fr-FR" i="1" noProof="0">
                                <a:latin typeface="Cambria Math" panose="02040503050406030204" pitchFamily="18" charset="0"/>
                              </a:rPr>
                            </m:ctrlPr>
                          </m:sSubPr>
                          <m:e>
                            <m:r>
                              <a:rPr lang="fr-FR" i="1" noProof="0">
                                <a:latin typeface="Cambria Math" panose="02040503050406030204" pitchFamily="18" charset="0"/>
                              </a:rPr>
                              <m:t>𝐶</m:t>
                            </m:r>
                          </m:e>
                          <m:sub>
                            <m:r>
                              <a:rPr lang="fr-FR" i="1" noProof="0">
                                <a:latin typeface="Cambria Math" panose="02040503050406030204" pitchFamily="18" charset="0"/>
                              </a:rPr>
                              <m:t>𝑖</m:t>
                            </m:r>
                            <m:r>
                              <a:rPr lang="fr-FR" b="0" i="1" noProof="0" smtClean="0">
                                <a:latin typeface="Cambria Math" panose="02040503050406030204" pitchFamily="18" charset="0"/>
                              </a:rPr>
                              <m:t>−1</m:t>
                            </m:r>
                          </m:sub>
                        </m:sSub>
                      </m:num>
                      <m:den>
                        <m:r>
                          <a:rPr lang="fr-FR" b="0" i="1" noProof="0" smtClean="0">
                            <a:latin typeface="Cambria Math" panose="02040503050406030204" pitchFamily="18" charset="0"/>
                          </a:rPr>
                          <m:t>2</m:t>
                        </m:r>
                        <m:r>
                          <m:rPr>
                            <m:sty m:val="p"/>
                          </m:rPr>
                          <a:rPr lang="fr-FR" i="1" noProof="0">
                            <a:latin typeface="Cambria Math" panose="02040503050406030204" pitchFamily="18" charset="0"/>
                          </a:rPr>
                          <m:t>Δr</m:t>
                        </m:r>
                      </m:den>
                    </m:f>
                  </m:oMath>
                </a14:m>
                <a:endParaRPr lang="fr-FR" i="1" noProof="0" dirty="0">
                  <a:latin typeface="Cambria Math" panose="02040503050406030204" pitchFamily="18" charset="0"/>
                </a:endParaRPr>
              </a:p>
              <a:p>
                <a:r>
                  <a:rPr lang="fr-FR" noProof="0" dirty="0"/>
                  <a:t>1)+ 2) de C. =&gt;</a:t>
                </a:r>
                <a14:m>
                  <m:oMath xmlns:m="http://schemas.openxmlformats.org/officeDocument/2006/math">
                    <m:f>
                      <m:fPr>
                        <m:ctrlPr>
                          <a:rPr lang="fr-FR" i="1" noProof="0">
                            <a:latin typeface="Cambria Math" panose="02040503050406030204" pitchFamily="18" charset="0"/>
                          </a:rPr>
                        </m:ctrlPr>
                      </m:fPr>
                      <m:num>
                        <m:sSub>
                          <m:sSubPr>
                            <m:ctrlPr>
                              <a:rPr lang="fr-FR" i="1" noProof="0">
                                <a:latin typeface="Cambria Math" panose="02040503050406030204" pitchFamily="18" charset="0"/>
                              </a:rPr>
                            </m:ctrlPr>
                          </m:sSubPr>
                          <m:e>
                            <m:r>
                              <a:rPr lang="fr-FR" i="1" noProof="0">
                                <a:latin typeface="Cambria Math" panose="02040503050406030204" pitchFamily="18" charset="0"/>
                              </a:rPr>
                              <m:t>𝐶</m:t>
                            </m:r>
                          </m:e>
                          <m:sub>
                            <m:r>
                              <a:rPr lang="fr-FR" i="1" noProof="0">
                                <a:latin typeface="Cambria Math" panose="02040503050406030204" pitchFamily="18" charset="0"/>
                              </a:rPr>
                              <m:t>𝑖</m:t>
                            </m:r>
                            <m:r>
                              <a:rPr lang="fr-FR" i="1" noProof="0">
                                <a:latin typeface="Cambria Math" panose="02040503050406030204" pitchFamily="18" charset="0"/>
                              </a:rPr>
                              <m:t>+1</m:t>
                            </m:r>
                          </m:sub>
                        </m:sSub>
                        <m:r>
                          <a:rPr lang="fr-FR" i="1" noProof="0">
                            <a:latin typeface="Cambria Math" panose="02040503050406030204" pitchFamily="18" charset="0"/>
                          </a:rPr>
                          <m:t>−2</m:t>
                        </m:r>
                        <m:sSub>
                          <m:sSubPr>
                            <m:ctrlPr>
                              <a:rPr lang="fr-FR" i="1" noProof="0">
                                <a:latin typeface="Cambria Math" panose="02040503050406030204" pitchFamily="18" charset="0"/>
                              </a:rPr>
                            </m:ctrlPr>
                          </m:sSubPr>
                          <m:e>
                            <m:r>
                              <a:rPr lang="fr-FR" i="1" noProof="0">
                                <a:latin typeface="Cambria Math" panose="02040503050406030204" pitchFamily="18" charset="0"/>
                              </a:rPr>
                              <m:t>𝐶</m:t>
                            </m:r>
                          </m:e>
                          <m:sub>
                            <m:r>
                              <a:rPr lang="fr-FR" i="1" noProof="0">
                                <a:latin typeface="Cambria Math" panose="02040503050406030204" pitchFamily="18" charset="0"/>
                              </a:rPr>
                              <m:t>𝑖</m:t>
                            </m:r>
                          </m:sub>
                        </m:sSub>
                        <m:r>
                          <a:rPr lang="fr-FR" i="1" noProof="0">
                            <a:latin typeface="Cambria Math" panose="02040503050406030204" pitchFamily="18" charset="0"/>
                          </a:rPr>
                          <m:t>+</m:t>
                        </m:r>
                        <m:sSub>
                          <m:sSubPr>
                            <m:ctrlPr>
                              <a:rPr lang="fr-FR" i="1" noProof="0">
                                <a:latin typeface="Cambria Math" panose="02040503050406030204" pitchFamily="18" charset="0"/>
                              </a:rPr>
                            </m:ctrlPr>
                          </m:sSubPr>
                          <m:e>
                            <m:r>
                              <a:rPr lang="fr-FR" i="1" noProof="0">
                                <a:latin typeface="Cambria Math" panose="02040503050406030204" pitchFamily="18" charset="0"/>
                              </a:rPr>
                              <m:t>𝐶</m:t>
                            </m:r>
                          </m:e>
                          <m:sub>
                            <m:r>
                              <a:rPr lang="fr-FR" i="1" noProof="0">
                                <a:latin typeface="Cambria Math" panose="02040503050406030204" pitchFamily="18" charset="0"/>
                              </a:rPr>
                              <m:t>𝑖</m:t>
                            </m:r>
                            <m:r>
                              <a:rPr lang="fr-FR" i="1" noProof="0">
                                <a:latin typeface="Cambria Math" panose="02040503050406030204" pitchFamily="18" charset="0"/>
                              </a:rPr>
                              <m:t>−1</m:t>
                            </m:r>
                          </m:sub>
                        </m:sSub>
                      </m:num>
                      <m:den>
                        <m:r>
                          <m:rPr>
                            <m:sty m:val="p"/>
                          </m:rPr>
                          <a:rPr lang="fr-FR" i="1" noProof="0">
                            <a:latin typeface="Cambria Math" panose="02040503050406030204" pitchFamily="18" charset="0"/>
                          </a:rPr>
                          <m:t>Δr</m:t>
                        </m:r>
                        <m:r>
                          <a:rPr lang="fr-FR" i="1" noProof="0">
                            <a:latin typeface="Cambria Math" panose="02040503050406030204" pitchFamily="18" charset="0"/>
                          </a:rPr>
                          <m:t>²</m:t>
                        </m:r>
                      </m:den>
                    </m:f>
                    <m:r>
                      <a:rPr lang="fr-FR" i="1" noProof="0" smtClean="0">
                        <a:latin typeface="Cambria Math" panose="02040503050406030204" pitchFamily="18" charset="0"/>
                      </a:rPr>
                      <m:t>= </m:t>
                    </m:r>
                    <m:f>
                      <m:fPr>
                        <m:ctrlPr>
                          <a:rPr lang="fr-FR" i="1" noProof="0">
                            <a:latin typeface="Cambria Math" panose="02040503050406030204" pitchFamily="18" charset="0"/>
                          </a:rPr>
                        </m:ctrlPr>
                      </m:fPr>
                      <m:num>
                        <m:sSup>
                          <m:sSupPr>
                            <m:ctrlPr>
                              <a:rPr lang="fr-FR" i="1" noProof="0">
                                <a:latin typeface="Cambria Math" panose="02040503050406030204" pitchFamily="18" charset="0"/>
                              </a:rPr>
                            </m:ctrlPr>
                          </m:sSupPr>
                          <m:e>
                            <m:r>
                              <a:rPr lang="fr-FR" i="1" noProof="0">
                                <a:latin typeface="Cambria Math" panose="02040503050406030204" pitchFamily="18" charset="0"/>
                              </a:rPr>
                              <m:t>𝜕</m:t>
                            </m:r>
                          </m:e>
                          <m:sup>
                            <m:r>
                              <a:rPr lang="fr-FR" i="1" noProof="0">
                                <a:latin typeface="Cambria Math" panose="02040503050406030204" pitchFamily="18" charset="0"/>
                              </a:rPr>
                              <m:t>2</m:t>
                            </m:r>
                          </m:sup>
                        </m:sSup>
                        <m:r>
                          <a:rPr lang="fr-FR" i="1" noProof="0">
                            <a:latin typeface="Cambria Math" panose="02040503050406030204" pitchFamily="18" charset="0"/>
                          </a:rPr>
                          <m:t>𝐶</m:t>
                        </m:r>
                      </m:num>
                      <m:den>
                        <m:r>
                          <a:rPr lang="fr-FR" i="1" noProof="0">
                            <a:latin typeface="Cambria Math" panose="02040503050406030204" pitchFamily="18" charset="0"/>
                          </a:rPr>
                          <m:t>𝜕</m:t>
                        </m:r>
                        <m:sSup>
                          <m:sSupPr>
                            <m:ctrlPr>
                              <a:rPr lang="fr-FR" i="1" noProof="0">
                                <a:latin typeface="Cambria Math" panose="02040503050406030204" pitchFamily="18" charset="0"/>
                              </a:rPr>
                            </m:ctrlPr>
                          </m:sSupPr>
                          <m:e>
                            <m:r>
                              <a:rPr lang="fr-FR" i="1" noProof="0">
                                <a:latin typeface="Cambria Math" panose="02040503050406030204" pitchFamily="18" charset="0"/>
                              </a:rPr>
                              <m:t>𝑟</m:t>
                            </m:r>
                          </m:e>
                          <m:sup>
                            <m:r>
                              <a:rPr lang="fr-FR" i="1" noProof="0">
                                <a:latin typeface="Cambria Math" panose="02040503050406030204" pitchFamily="18" charset="0"/>
                              </a:rPr>
                              <m:t>2</m:t>
                            </m:r>
                          </m:sup>
                        </m:sSup>
                      </m:den>
                    </m:f>
                    <m:sSub>
                      <m:sSubPr>
                        <m:ctrlPr>
                          <a:rPr lang="fr-FR" i="1" noProof="0">
                            <a:latin typeface="Cambria Math" panose="02040503050406030204" pitchFamily="18" charset="0"/>
                          </a:rPr>
                        </m:ctrlPr>
                      </m:sSubPr>
                      <m:e>
                        <m:d>
                          <m:dPr>
                            <m:begChr m:val=""/>
                            <m:endChr m:val="|"/>
                            <m:ctrlPr>
                              <a:rPr lang="fr-FR" i="1" noProof="0">
                                <a:latin typeface="Cambria Math" panose="02040503050406030204" pitchFamily="18" charset="0"/>
                              </a:rPr>
                            </m:ctrlPr>
                          </m:dPr>
                          <m:e>
                            <m:r>
                              <a:rPr lang="fr-FR" i="1" noProof="0">
                                <a:latin typeface="Cambria Math" panose="02040503050406030204" pitchFamily="18" charset="0"/>
                              </a:rPr>
                              <m:t>​</m:t>
                            </m:r>
                          </m:e>
                        </m:d>
                      </m:e>
                      <m:sub>
                        <m:r>
                          <a:rPr lang="fr-FR" i="1" noProof="0">
                            <a:latin typeface="Cambria Math" panose="02040503050406030204" pitchFamily="18" charset="0"/>
                          </a:rPr>
                          <m:t>𝑖</m:t>
                        </m:r>
                      </m:sub>
                    </m:sSub>
                    <m:r>
                      <a:rPr lang="fr-FR" i="1" noProof="0" smtClean="0">
                        <a:latin typeface="Cambria Math" panose="02040503050406030204" pitchFamily="18" charset="0"/>
                      </a:rPr>
                      <m:t>+</m:t>
                    </m:r>
                    <m:r>
                      <a:rPr lang="fr-FR" i="1" noProof="0" smtClean="0">
                        <a:latin typeface="Cambria Math" panose="02040503050406030204" pitchFamily="18" charset="0"/>
                      </a:rPr>
                      <m:t>𝑜</m:t>
                    </m:r>
                    <m:r>
                      <a:rPr lang="fr-FR" i="1" noProof="0" smtClean="0">
                        <a:latin typeface="Cambria Math" panose="02040503050406030204" pitchFamily="18" charset="0"/>
                      </a:rPr>
                      <m:t>(</m:t>
                    </m:r>
                    <m:r>
                      <m:rPr>
                        <m:sty m:val="p"/>
                      </m:rPr>
                      <a:rPr lang="fr-FR" noProof="0">
                        <a:latin typeface="Cambria Math" panose="02040503050406030204" pitchFamily="18" charset="0"/>
                      </a:rPr>
                      <m:t>Δ</m:t>
                    </m:r>
                    <m:sSup>
                      <m:sSupPr>
                        <m:ctrlPr>
                          <a:rPr lang="fr-FR" i="1" noProof="0">
                            <a:latin typeface="Cambria Math" panose="02040503050406030204" pitchFamily="18" charset="0"/>
                          </a:rPr>
                        </m:ctrlPr>
                      </m:sSupPr>
                      <m:e>
                        <m:r>
                          <a:rPr lang="fr-FR" i="1" noProof="0">
                            <a:latin typeface="Cambria Math" panose="02040503050406030204" pitchFamily="18" charset="0"/>
                          </a:rPr>
                          <m:t>𝑟</m:t>
                        </m:r>
                      </m:e>
                      <m:sup>
                        <m:r>
                          <a:rPr lang="fr-CA" b="0" i="1" noProof="0" smtClean="0">
                            <a:latin typeface="Cambria Math" panose="02040503050406030204" pitchFamily="18" charset="0"/>
                          </a:rPr>
                          <m:t>2</m:t>
                        </m:r>
                      </m:sup>
                    </m:sSup>
                    <m:r>
                      <a:rPr lang="fr-FR" i="1" noProof="0" smtClean="0">
                        <a:latin typeface="Cambria Math" panose="02040503050406030204" pitchFamily="18" charset="0"/>
                      </a:rPr>
                      <m:t>)</m:t>
                    </m:r>
                  </m:oMath>
                </a14:m>
                <a:r>
                  <a:rPr lang="fr-FR" noProof="0" dirty="0"/>
                  <a:t> et </a:t>
                </a:r>
                <a14:m>
                  <m:oMath xmlns:m="http://schemas.openxmlformats.org/officeDocument/2006/math">
                    <m:f>
                      <m:fPr>
                        <m:ctrlPr>
                          <a:rPr lang="fr-FR" i="1" noProof="0">
                            <a:latin typeface="Cambria Math" panose="02040503050406030204" pitchFamily="18" charset="0"/>
                          </a:rPr>
                        </m:ctrlPr>
                      </m:fPr>
                      <m:num>
                        <m:sSub>
                          <m:sSubPr>
                            <m:ctrlPr>
                              <a:rPr lang="fr-FR" i="1" noProof="0">
                                <a:latin typeface="Cambria Math" panose="02040503050406030204" pitchFamily="18" charset="0"/>
                              </a:rPr>
                            </m:ctrlPr>
                          </m:sSubPr>
                          <m:e>
                            <m:r>
                              <a:rPr lang="fr-FR" i="1" noProof="0">
                                <a:latin typeface="Cambria Math" panose="02040503050406030204" pitchFamily="18" charset="0"/>
                              </a:rPr>
                              <m:t>𝐶</m:t>
                            </m:r>
                          </m:e>
                          <m:sub>
                            <m:r>
                              <a:rPr lang="fr-FR" i="1" noProof="0">
                                <a:latin typeface="Cambria Math" panose="02040503050406030204" pitchFamily="18" charset="0"/>
                              </a:rPr>
                              <m:t>𝑖</m:t>
                            </m:r>
                            <m:r>
                              <a:rPr lang="fr-FR" i="1" noProof="0">
                                <a:latin typeface="Cambria Math" panose="02040503050406030204" pitchFamily="18" charset="0"/>
                              </a:rPr>
                              <m:t>+1</m:t>
                            </m:r>
                          </m:sub>
                        </m:sSub>
                        <m:r>
                          <a:rPr lang="fr-FR" i="1" noProof="0">
                            <a:latin typeface="Cambria Math" panose="02040503050406030204" pitchFamily="18" charset="0"/>
                          </a:rPr>
                          <m:t>−</m:t>
                        </m:r>
                        <m:sSub>
                          <m:sSubPr>
                            <m:ctrlPr>
                              <a:rPr lang="fr-FR" i="1" noProof="0" smtClean="0">
                                <a:latin typeface="Cambria Math" panose="02040503050406030204" pitchFamily="18" charset="0"/>
                              </a:rPr>
                            </m:ctrlPr>
                          </m:sSubPr>
                          <m:e>
                            <m:r>
                              <a:rPr lang="fr-FR" i="1" noProof="0">
                                <a:latin typeface="Cambria Math" panose="02040503050406030204" pitchFamily="18" charset="0"/>
                              </a:rPr>
                              <m:t>𝐶</m:t>
                            </m:r>
                          </m:e>
                          <m:sub>
                            <m:r>
                              <a:rPr lang="fr-FR" i="1" noProof="0">
                                <a:latin typeface="Cambria Math" panose="02040503050406030204" pitchFamily="18" charset="0"/>
                              </a:rPr>
                              <m:t>𝑖</m:t>
                            </m:r>
                            <m:r>
                              <a:rPr lang="fr-FR" i="1" noProof="0">
                                <a:latin typeface="Cambria Math" panose="02040503050406030204" pitchFamily="18" charset="0"/>
                              </a:rPr>
                              <m:t>−1</m:t>
                            </m:r>
                          </m:sub>
                        </m:sSub>
                      </m:num>
                      <m:den>
                        <m:r>
                          <a:rPr lang="fr-FR" b="0" i="1" noProof="0" smtClean="0">
                            <a:latin typeface="Cambria Math" panose="02040503050406030204" pitchFamily="18" charset="0"/>
                          </a:rPr>
                          <m:t>2</m:t>
                        </m:r>
                        <m:r>
                          <m:rPr>
                            <m:sty m:val="p"/>
                          </m:rPr>
                          <a:rPr lang="fr-FR" i="1" noProof="0">
                            <a:latin typeface="Cambria Math" panose="02040503050406030204" pitchFamily="18" charset="0"/>
                          </a:rPr>
                          <m:t>Δr</m:t>
                        </m:r>
                      </m:den>
                    </m:f>
                  </m:oMath>
                </a14:m>
                <a:r>
                  <a:rPr lang="fr-FR" noProof="0" dirty="0"/>
                  <a:t> = </a:t>
                </a:r>
                <a14:m>
                  <m:oMath xmlns:m="http://schemas.openxmlformats.org/officeDocument/2006/math">
                    <m:f>
                      <m:fPr>
                        <m:ctrlPr>
                          <a:rPr lang="fr-FR" i="1" noProof="0" smtClean="0">
                            <a:solidFill>
                              <a:schemeClr val="tx1"/>
                            </a:solidFill>
                            <a:latin typeface="Cambria Math" panose="02040503050406030204" pitchFamily="18" charset="0"/>
                          </a:rPr>
                        </m:ctrlPr>
                      </m:fPr>
                      <m:num>
                        <m:r>
                          <a:rPr lang="fr-FR" i="1" noProof="0">
                            <a:solidFill>
                              <a:schemeClr val="tx1"/>
                            </a:solidFill>
                            <a:latin typeface="Cambria Math" panose="02040503050406030204" pitchFamily="18" charset="0"/>
                          </a:rPr>
                          <m:t>𝜕</m:t>
                        </m:r>
                        <m:r>
                          <m:rPr>
                            <m:sty m:val="p"/>
                          </m:rPr>
                          <a:rPr lang="fr-FR" i="1" noProof="0">
                            <a:solidFill>
                              <a:schemeClr val="tx1"/>
                            </a:solidFill>
                            <a:latin typeface="Cambria Math" panose="02040503050406030204" pitchFamily="18" charset="0"/>
                          </a:rPr>
                          <m:t>C</m:t>
                        </m:r>
                      </m:num>
                      <m:den>
                        <m:r>
                          <a:rPr lang="fr-FR" i="1" noProof="0">
                            <a:solidFill>
                              <a:schemeClr val="tx1"/>
                            </a:solidFill>
                            <a:latin typeface="Cambria Math" panose="02040503050406030204" pitchFamily="18" charset="0"/>
                          </a:rPr>
                          <m:t>𝜕</m:t>
                        </m:r>
                        <m:r>
                          <m:rPr>
                            <m:sty m:val="p"/>
                          </m:rPr>
                          <a:rPr lang="fr-FR" i="1" noProof="0">
                            <a:solidFill>
                              <a:schemeClr val="tx1"/>
                            </a:solidFill>
                            <a:latin typeface="Cambria Math" panose="02040503050406030204" pitchFamily="18" charset="0"/>
                          </a:rPr>
                          <m:t>r</m:t>
                        </m:r>
                      </m:den>
                    </m:f>
                    <m:sSub>
                      <m:sSubPr>
                        <m:ctrlPr>
                          <a:rPr lang="fr-FR" i="1" noProof="0">
                            <a:solidFill>
                              <a:schemeClr val="tx1"/>
                            </a:solidFill>
                            <a:latin typeface="Cambria Math" panose="02040503050406030204" pitchFamily="18" charset="0"/>
                          </a:rPr>
                        </m:ctrlPr>
                      </m:sSubPr>
                      <m:e>
                        <m:d>
                          <m:dPr>
                            <m:begChr m:val=""/>
                            <m:endChr m:val="|"/>
                            <m:ctrlPr>
                              <a:rPr lang="fr-FR" i="1" noProof="0">
                                <a:solidFill>
                                  <a:schemeClr val="tx1"/>
                                </a:solidFill>
                                <a:latin typeface="Cambria Math" panose="02040503050406030204" pitchFamily="18" charset="0"/>
                              </a:rPr>
                            </m:ctrlPr>
                          </m:dPr>
                          <m:e>
                            <m:r>
                              <a:rPr lang="fr-FR" i="1" noProof="0">
                                <a:solidFill>
                                  <a:schemeClr val="tx1"/>
                                </a:solidFill>
                                <a:latin typeface="Cambria Math" panose="02040503050406030204" pitchFamily="18" charset="0"/>
                              </a:rPr>
                              <m:t>​</m:t>
                            </m:r>
                          </m:e>
                        </m:d>
                      </m:e>
                      <m:sub>
                        <m:r>
                          <a:rPr lang="fr-FR" i="1" noProof="0">
                            <a:solidFill>
                              <a:schemeClr val="tx1"/>
                            </a:solidFill>
                            <a:latin typeface="Cambria Math" panose="02040503050406030204" pitchFamily="18" charset="0"/>
                          </a:rPr>
                          <m:t>𝑖</m:t>
                        </m:r>
                      </m:sub>
                    </m:sSub>
                  </m:oMath>
                </a14:m>
                <a:r>
                  <a:rPr lang="fr-FR" noProof="0" dirty="0"/>
                  <a:t> + </a:t>
                </a:r>
                <a14:m>
                  <m:oMath xmlns:m="http://schemas.openxmlformats.org/officeDocument/2006/math">
                    <m:r>
                      <a:rPr lang="fr-FR" i="1" noProof="0" smtClean="0">
                        <a:solidFill>
                          <a:schemeClr val="tx1"/>
                        </a:solidFill>
                        <a:latin typeface="Cambria Math" panose="02040503050406030204" pitchFamily="18" charset="0"/>
                      </a:rPr>
                      <m:t>𝑜</m:t>
                    </m:r>
                    <m:d>
                      <m:dPr>
                        <m:ctrlPr>
                          <a:rPr lang="fr-FR" i="1" noProof="0" smtClean="0">
                            <a:solidFill>
                              <a:schemeClr val="tx1"/>
                            </a:solidFill>
                            <a:latin typeface="Cambria Math" panose="02040503050406030204" pitchFamily="18" charset="0"/>
                          </a:rPr>
                        </m:ctrlPr>
                      </m:dPr>
                      <m:e>
                        <m:r>
                          <m:rPr>
                            <m:sty m:val="p"/>
                          </m:rPr>
                          <a:rPr lang="fr-FR" noProof="0">
                            <a:solidFill>
                              <a:schemeClr val="tx1"/>
                            </a:solidFill>
                            <a:latin typeface="Cambria Math" panose="02040503050406030204" pitchFamily="18" charset="0"/>
                          </a:rPr>
                          <m:t>Δ</m:t>
                        </m:r>
                        <m:sSup>
                          <m:sSupPr>
                            <m:ctrlPr>
                              <a:rPr lang="fr-FR" i="1" noProof="0">
                                <a:solidFill>
                                  <a:schemeClr val="tx1"/>
                                </a:solidFill>
                                <a:latin typeface="Cambria Math" panose="02040503050406030204" pitchFamily="18" charset="0"/>
                              </a:rPr>
                            </m:ctrlPr>
                          </m:sSupPr>
                          <m:e>
                            <m:r>
                              <a:rPr lang="fr-FR" i="1" noProof="0">
                                <a:solidFill>
                                  <a:schemeClr val="tx1"/>
                                </a:solidFill>
                                <a:latin typeface="Cambria Math" panose="02040503050406030204" pitchFamily="18" charset="0"/>
                              </a:rPr>
                              <m:t>𝑟</m:t>
                            </m:r>
                          </m:e>
                          <m:sup>
                            <m:r>
                              <a:rPr lang="fr-CA" b="0" i="1" noProof="0" smtClean="0">
                                <a:solidFill>
                                  <a:schemeClr val="tx1"/>
                                </a:solidFill>
                                <a:latin typeface="Cambria Math" panose="02040503050406030204" pitchFamily="18" charset="0"/>
                              </a:rPr>
                              <m:t>2</m:t>
                            </m:r>
                          </m:sup>
                        </m:sSup>
                      </m:e>
                    </m:d>
                  </m:oMath>
                </a14:m>
                <a:endParaRPr lang="fr-FR" noProof="0" dirty="0"/>
              </a:p>
              <a:p>
                <a14:m>
                  <m:oMath xmlns:m="http://schemas.openxmlformats.org/officeDocument/2006/math">
                    <m:sSub>
                      <m:sSubPr>
                        <m:ctrlPr>
                          <a:rPr lang="fr-FR" i="1" noProof="0">
                            <a:latin typeface="Cambria Math" panose="02040503050406030204" pitchFamily="18" charset="0"/>
                          </a:rPr>
                        </m:ctrlPr>
                      </m:sSubPr>
                      <m:e>
                        <m:r>
                          <m:rPr>
                            <m:sty m:val="p"/>
                          </m:rPr>
                          <a:rPr lang="fr-FR" i="1" noProof="0">
                            <a:latin typeface="Cambria Math" panose="02040503050406030204" pitchFamily="18" charset="0"/>
                          </a:rPr>
                          <m:t>L</m:t>
                        </m:r>
                      </m:e>
                      <m:sub>
                        <m:r>
                          <a:rPr lang="fr-FR" i="1" noProof="0">
                            <a:latin typeface="Cambria Math" panose="02040503050406030204" pitchFamily="18" charset="0"/>
                          </a:rPr>
                          <m:t>h</m:t>
                        </m:r>
                      </m:sub>
                    </m:sSub>
                    <m:d>
                      <m:dPr>
                        <m:ctrlPr>
                          <a:rPr lang="fr-FR" i="1" noProof="0">
                            <a:latin typeface="Cambria Math" panose="02040503050406030204" pitchFamily="18" charset="0"/>
                          </a:rPr>
                        </m:ctrlPr>
                      </m:dPr>
                      <m:e>
                        <m:r>
                          <a:rPr lang="fr-FR" i="1" noProof="0">
                            <a:latin typeface="Cambria Math" panose="02040503050406030204" pitchFamily="18" charset="0"/>
                          </a:rPr>
                          <m:t>𝐶</m:t>
                        </m:r>
                      </m:e>
                    </m:d>
                    <m:r>
                      <a:rPr lang="fr-FR" i="1" noProof="0">
                        <a:latin typeface="Cambria Math" panose="02040503050406030204" pitchFamily="18" charset="0"/>
                      </a:rPr>
                      <m:t>=</m:t>
                    </m:r>
                    <m:f>
                      <m:fPr>
                        <m:ctrlPr>
                          <a:rPr lang="fr-FR" i="1" noProof="0">
                            <a:solidFill>
                              <a:schemeClr val="accent3">
                                <a:lumMod val="75000"/>
                              </a:schemeClr>
                            </a:solidFill>
                            <a:latin typeface="Cambria Math" panose="02040503050406030204" pitchFamily="18" charset="0"/>
                          </a:rPr>
                        </m:ctrlPr>
                      </m:fPr>
                      <m:num>
                        <m:sSub>
                          <m:sSubPr>
                            <m:ctrlPr>
                              <a:rPr lang="fr-FR" i="1" noProof="0">
                                <a:solidFill>
                                  <a:schemeClr val="accent3">
                                    <a:lumMod val="75000"/>
                                  </a:schemeClr>
                                </a:solidFill>
                                <a:latin typeface="Cambria Math" panose="02040503050406030204" pitchFamily="18" charset="0"/>
                              </a:rPr>
                            </m:ctrlPr>
                          </m:sSubPr>
                          <m:e>
                            <m:r>
                              <a:rPr lang="fr-FR" i="1" noProof="0">
                                <a:solidFill>
                                  <a:schemeClr val="accent3">
                                    <a:lumMod val="75000"/>
                                  </a:schemeClr>
                                </a:solidFill>
                                <a:latin typeface="Cambria Math" panose="02040503050406030204" pitchFamily="18" charset="0"/>
                              </a:rPr>
                              <m:t>𝐷</m:t>
                            </m:r>
                          </m:e>
                          <m:sub>
                            <m:r>
                              <a:rPr lang="fr-FR" i="1" noProof="0">
                                <a:solidFill>
                                  <a:schemeClr val="accent3">
                                    <a:lumMod val="75000"/>
                                  </a:schemeClr>
                                </a:solidFill>
                                <a:latin typeface="Cambria Math" panose="02040503050406030204" pitchFamily="18" charset="0"/>
                              </a:rPr>
                              <m:t>𝑒𝑓𝑓</m:t>
                            </m:r>
                          </m:sub>
                        </m:sSub>
                      </m:num>
                      <m:den>
                        <m:r>
                          <a:rPr lang="fr-FR" i="1" noProof="0">
                            <a:solidFill>
                              <a:schemeClr val="accent3">
                                <a:lumMod val="75000"/>
                              </a:schemeClr>
                            </a:solidFill>
                            <a:latin typeface="Cambria Math" panose="02040503050406030204" pitchFamily="18" charset="0"/>
                          </a:rPr>
                          <m:t>𝑟</m:t>
                        </m:r>
                      </m:den>
                    </m:f>
                    <m:f>
                      <m:fPr>
                        <m:ctrlPr>
                          <a:rPr lang="fr-FR" i="1" noProof="0">
                            <a:solidFill>
                              <a:schemeClr val="accent3">
                                <a:lumMod val="75000"/>
                              </a:schemeClr>
                            </a:solidFill>
                            <a:latin typeface="Cambria Math" panose="02040503050406030204" pitchFamily="18" charset="0"/>
                          </a:rPr>
                        </m:ctrlPr>
                      </m:fPr>
                      <m:num>
                        <m:r>
                          <a:rPr lang="fr-FR" i="1" noProof="0">
                            <a:solidFill>
                              <a:schemeClr val="accent3">
                                <a:lumMod val="75000"/>
                              </a:schemeClr>
                            </a:solidFill>
                            <a:latin typeface="Cambria Math" panose="02040503050406030204" pitchFamily="18" charset="0"/>
                          </a:rPr>
                          <m:t>𝜕</m:t>
                        </m:r>
                        <m:r>
                          <m:rPr>
                            <m:sty m:val="p"/>
                          </m:rPr>
                          <a:rPr lang="fr-FR" i="1" noProof="0">
                            <a:solidFill>
                              <a:schemeClr val="accent3">
                                <a:lumMod val="75000"/>
                              </a:schemeClr>
                            </a:solidFill>
                            <a:latin typeface="Cambria Math" panose="02040503050406030204" pitchFamily="18" charset="0"/>
                          </a:rPr>
                          <m:t>C</m:t>
                        </m:r>
                      </m:num>
                      <m:den>
                        <m:r>
                          <a:rPr lang="fr-FR" i="1" noProof="0">
                            <a:solidFill>
                              <a:schemeClr val="accent3">
                                <a:lumMod val="75000"/>
                              </a:schemeClr>
                            </a:solidFill>
                            <a:latin typeface="Cambria Math" panose="02040503050406030204" pitchFamily="18" charset="0"/>
                          </a:rPr>
                          <m:t>𝜕</m:t>
                        </m:r>
                        <m:r>
                          <m:rPr>
                            <m:sty m:val="p"/>
                          </m:rPr>
                          <a:rPr lang="fr-FR" i="1" noProof="0">
                            <a:solidFill>
                              <a:schemeClr val="accent3">
                                <a:lumMod val="75000"/>
                              </a:schemeClr>
                            </a:solidFill>
                            <a:latin typeface="Cambria Math" panose="02040503050406030204" pitchFamily="18" charset="0"/>
                          </a:rPr>
                          <m:t>r</m:t>
                        </m:r>
                      </m:den>
                    </m:f>
                    <m:sSub>
                      <m:sSubPr>
                        <m:ctrlPr>
                          <a:rPr lang="fr-FR" i="1" noProof="0">
                            <a:solidFill>
                              <a:schemeClr val="accent3">
                                <a:lumMod val="75000"/>
                              </a:schemeClr>
                            </a:solidFill>
                            <a:latin typeface="Cambria Math" panose="02040503050406030204" pitchFamily="18" charset="0"/>
                          </a:rPr>
                        </m:ctrlPr>
                      </m:sSubPr>
                      <m:e>
                        <m:d>
                          <m:dPr>
                            <m:begChr m:val=""/>
                            <m:endChr m:val="|"/>
                            <m:ctrlPr>
                              <a:rPr lang="fr-FR" i="1" noProof="0">
                                <a:solidFill>
                                  <a:schemeClr val="accent3">
                                    <a:lumMod val="75000"/>
                                  </a:schemeClr>
                                </a:solidFill>
                                <a:latin typeface="Cambria Math" panose="02040503050406030204" pitchFamily="18" charset="0"/>
                              </a:rPr>
                            </m:ctrlPr>
                          </m:dPr>
                          <m:e>
                            <m:r>
                              <a:rPr lang="fr-FR" i="1" noProof="0">
                                <a:solidFill>
                                  <a:schemeClr val="accent3">
                                    <a:lumMod val="75000"/>
                                  </a:schemeClr>
                                </a:solidFill>
                                <a:latin typeface="Cambria Math" panose="02040503050406030204" pitchFamily="18" charset="0"/>
                              </a:rPr>
                              <m:t>​</m:t>
                            </m:r>
                          </m:e>
                        </m:d>
                      </m:e>
                      <m:sub>
                        <m:r>
                          <a:rPr lang="fr-FR" i="1" noProof="0">
                            <a:solidFill>
                              <a:schemeClr val="accent3">
                                <a:lumMod val="75000"/>
                              </a:schemeClr>
                            </a:solidFill>
                            <a:latin typeface="Cambria Math" panose="02040503050406030204" pitchFamily="18" charset="0"/>
                          </a:rPr>
                          <m:t>𝑖</m:t>
                        </m:r>
                      </m:sub>
                    </m:sSub>
                    <m:r>
                      <a:rPr lang="fr-FR" i="1" noProof="0">
                        <a:solidFill>
                          <a:schemeClr val="accent3">
                            <a:lumMod val="75000"/>
                          </a:schemeClr>
                        </a:solidFill>
                        <a:latin typeface="Cambria Math" panose="02040503050406030204" pitchFamily="18" charset="0"/>
                      </a:rPr>
                      <m:t>+</m:t>
                    </m:r>
                    <m:sSub>
                      <m:sSubPr>
                        <m:ctrlPr>
                          <a:rPr lang="fr-FR" i="1" noProof="0" smtClean="0">
                            <a:solidFill>
                              <a:schemeClr val="accent3">
                                <a:lumMod val="75000"/>
                              </a:schemeClr>
                            </a:solidFill>
                            <a:latin typeface="Cambria Math" panose="02040503050406030204" pitchFamily="18" charset="0"/>
                          </a:rPr>
                        </m:ctrlPr>
                      </m:sSubPr>
                      <m:e>
                        <m:r>
                          <a:rPr lang="fr-FR" i="1" noProof="0" smtClean="0">
                            <a:solidFill>
                              <a:schemeClr val="accent3">
                                <a:lumMod val="75000"/>
                              </a:schemeClr>
                            </a:solidFill>
                            <a:latin typeface="Cambria Math" panose="02040503050406030204" pitchFamily="18" charset="0"/>
                          </a:rPr>
                          <m:t>𝐷</m:t>
                        </m:r>
                      </m:e>
                      <m:sub>
                        <m:r>
                          <a:rPr lang="fr-FR" i="1" noProof="0" smtClean="0">
                            <a:solidFill>
                              <a:schemeClr val="accent3">
                                <a:lumMod val="75000"/>
                              </a:schemeClr>
                            </a:solidFill>
                            <a:latin typeface="Cambria Math" panose="02040503050406030204" pitchFamily="18" charset="0"/>
                          </a:rPr>
                          <m:t>𝑒𝑓𝑓</m:t>
                        </m:r>
                      </m:sub>
                    </m:sSub>
                    <m:f>
                      <m:fPr>
                        <m:ctrlPr>
                          <a:rPr lang="fr-FR" i="1" noProof="0">
                            <a:solidFill>
                              <a:schemeClr val="accent3">
                                <a:lumMod val="75000"/>
                              </a:schemeClr>
                            </a:solidFill>
                            <a:latin typeface="Cambria Math" panose="02040503050406030204" pitchFamily="18" charset="0"/>
                          </a:rPr>
                        </m:ctrlPr>
                      </m:fPr>
                      <m:num>
                        <m:sSup>
                          <m:sSupPr>
                            <m:ctrlPr>
                              <a:rPr lang="fr-FR" i="1" noProof="0">
                                <a:solidFill>
                                  <a:schemeClr val="accent3">
                                    <a:lumMod val="75000"/>
                                  </a:schemeClr>
                                </a:solidFill>
                                <a:latin typeface="Cambria Math" panose="02040503050406030204" pitchFamily="18" charset="0"/>
                              </a:rPr>
                            </m:ctrlPr>
                          </m:sSupPr>
                          <m:e>
                            <m:r>
                              <a:rPr lang="fr-FR" i="1" noProof="0">
                                <a:solidFill>
                                  <a:schemeClr val="accent3">
                                    <a:lumMod val="75000"/>
                                  </a:schemeClr>
                                </a:solidFill>
                                <a:latin typeface="Cambria Math" panose="02040503050406030204" pitchFamily="18" charset="0"/>
                              </a:rPr>
                              <m:t>𝜕</m:t>
                            </m:r>
                          </m:e>
                          <m:sup>
                            <m:r>
                              <a:rPr lang="fr-FR" i="1" noProof="0">
                                <a:solidFill>
                                  <a:schemeClr val="accent3">
                                    <a:lumMod val="75000"/>
                                  </a:schemeClr>
                                </a:solidFill>
                                <a:latin typeface="Cambria Math" panose="02040503050406030204" pitchFamily="18" charset="0"/>
                              </a:rPr>
                              <m:t>2</m:t>
                            </m:r>
                          </m:sup>
                        </m:sSup>
                        <m:r>
                          <a:rPr lang="fr-FR" i="1" noProof="0">
                            <a:solidFill>
                              <a:schemeClr val="accent3">
                                <a:lumMod val="75000"/>
                              </a:schemeClr>
                            </a:solidFill>
                            <a:latin typeface="Cambria Math" panose="02040503050406030204" pitchFamily="18" charset="0"/>
                          </a:rPr>
                          <m:t>𝐶</m:t>
                        </m:r>
                      </m:num>
                      <m:den>
                        <m:r>
                          <a:rPr lang="fr-FR" i="1" noProof="0">
                            <a:solidFill>
                              <a:schemeClr val="accent3">
                                <a:lumMod val="75000"/>
                              </a:schemeClr>
                            </a:solidFill>
                            <a:latin typeface="Cambria Math" panose="02040503050406030204" pitchFamily="18" charset="0"/>
                          </a:rPr>
                          <m:t>𝜕</m:t>
                        </m:r>
                        <m:sSup>
                          <m:sSupPr>
                            <m:ctrlPr>
                              <a:rPr lang="fr-FR" i="1" noProof="0">
                                <a:solidFill>
                                  <a:schemeClr val="accent3">
                                    <a:lumMod val="75000"/>
                                  </a:schemeClr>
                                </a:solidFill>
                                <a:latin typeface="Cambria Math" panose="02040503050406030204" pitchFamily="18" charset="0"/>
                              </a:rPr>
                            </m:ctrlPr>
                          </m:sSupPr>
                          <m:e>
                            <m:r>
                              <a:rPr lang="fr-FR" i="1" noProof="0">
                                <a:solidFill>
                                  <a:schemeClr val="accent3">
                                    <a:lumMod val="75000"/>
                                  </a:schemeClr>
                                </a:solidFill>
                                <a:latin typeface="Cambria Math" panose="02040503050406030204" pitchFamily="18" charset="0"/>
                              </a:rPr>
                              <m:t>𝑟</m:t>
                            </m:r>
                          </m:e>
                          <m:sup>
                            <m:r>
                              <a:rPr lang="fr-FR" i="1" noProof="0">
                                <a:solidFill>
                                  <a:schemeClr val="accent3">
                                    <a:lumMod val="75000"/>
                                  </a:schemeClr>
                                </a:solidFill>
                                <a:latin typeface="Cambria Math" panose="02040503050406030204" pitchFamily="18" charset="0"/>
                              </a:rPr>
                              <m:t>2</m:t>
                            </m:r>
                          </m:sup>
                        </m:sSup>
                      </m:den>
                    </m:f>
                    <m:sSub>
                      <m:sSubPr>
                        <m:ctrlPr>
                          <a:rPr lang="fr-FR" i="1" noProof="0">
                            <a:solidFill>
                              <a:schemeClr val="accent3">
                                <a:lumMod val="75000"/>
                              </a:schemeClr>
                            </a:solidFill>
                            <a:latin typeface="Cambria Math" panose="02040503050406030204" pitchFamily="18" charset="0"/>
                          </a:rPr>
                        </m:ctrlPr>
                      </m:sSubPr>
                      <m:e>
                        <m:d>
                          <m:dPr>
                            <m:begChr m:val=""/>
                            <m:endChr m:val="|"/>
                            <m:ctrlPr>
                              <a:rPr lang="fr-FR" i="1" noProof="0">
                                <a:solidFill>
                                  <a:schemeClr val="accent3">
                                    <a:lumMod val="75000"/>
                                  </a:schemeClr>
                                </a:solidFill>
                                <a:latin typeface="Cambria Math" panose="02040503050406030204" pitchFamily="18" charset="0"/>
                              </a:rPr>
                            </m:ctrlPr>
                          </m:dPr>
                          <m:e>
                            <m:r>
                              <a:rPr lang="fr-FR" i="1" noProof="0">
                                <a:solidFill>
                                  <a:schemeClr val="accent3">
                                    <a:lumMod val="75000"/>
                                  </a:schemeClr>
                                </a:solidFill>
                                <a:latin typeface="Cambria Math" panose="02040503050406030204" pitchFamily="18" charset="0"/>
                              </a:rPr>
                              <m:t>​</m:t>
                            </m:r>
                          </m:e>
                        </m:d>
                      </m:e>
                      <m:sub>
                        <m:r>
                          <a:rPr lang="fr-FR" i="1" noProof="0">
                            <a:solidFill>
                              <a:schemeClr val="accent3">
                                <a:lumMod val="75000"/>
                              </a:schemeClr>
                            </a:solidFill>
                            <a:latin typeface="Cambria Math" panose="02040503050406030204" pitchFamily="18" charset="0"/>
                          </a:rPr>
                          <m:t>𝑖</m:t>
                        </m:r>
                      </m:sub>
                    </m:sSub>
                    <m:r>
                      <a:rPr lang="fr-FR" i="1" noProof="0" smtClean="0">
                        <a:solidFill>
                          <a:schemeClr val="accent3">
                            <a:lumMod val="75000"/>
                          </a:schemeClr>
                        </a:solidFill>
                        <a:latin typeface="Cambria Math" panose="02040503050406030204" pitchFamily="18" charset="0"/>
                      </a:rPr>
                      <m:t>−</m:t>
                    </m:r>
                    <m:r>
                      <a:rPr lang="fr-FR" i="1" noProof="0" smtClean="0">
                        <a:solidFill>
                          <a:schemeClr val="accent3">
                            <a:lumMod val="75000"/>
                          </a:schemeClr>
                        </a:solidFill>
                        <a:latin typeface="Cambria Math" panose="02040503050406030204" pitchFamily="18" charset="0"/>
                      </a:rPr>
                      <m:t>𝑆</m:t>
                    </m:r>
                    <m:r>
                      <a:rPr lang="fr-FR" i="1" noProof="0" smtClean="0">
                        <a:latin typeface="Cambria Math" panose="02040503050406030204" pitchFamily="18" charset="0"/>
                      </a:rPr>
                      <m:t>+</m:t>
                    </m:r>
                    <m:r>
                      <a:rPr lang="fr-FR" i="1" noProof="0" smtClean="0">
                        <a:solidFill>
                          <a:schemeClr val="accent5">
                            <a:lumMod val="75000"/>
                          </a:schemeClr>
                        </a:solidFill>
                        <a:latin typeface="Cambria Math" panose="02040503050406030204" pitchFamily="18" charset="0"/>
                      </a:rPr>
                      <m:t>𝑜</m:t>
                    </m:r>
                    <m:d>
                      <m:dPr>
                        <m:ctrlPr>
                          <a:rPr lang="fr-FR" i="1" noProof="0" smtClean="0">
                            <a:solidFill>
                              <a:schemeClr val="accent5">
                                <a:lumMod val="75000"/>
                              </a:schemeClr>
                            </a:solidFill>
                            <a:latin typeface="Cambria Math" panose="02040503050406030204" pitchFamily="18" charset="0"/>
                          </a:rPr>
                        </m:ctrlPr>
                      </m:dPr>
                      <m:e>
                        <m:r>
                          <m:rPr>
                            <m:sty m:val="p"/>
                          </m:rPr>
                          <a:rPr lang="fr-FR" noProof="0">
                            <a:solidFill>
                              <a:schemeClr val="accent5">
                                <a:lumMod val="75000"/>
                              </a:schemeClr>
                            </a:solidFill>
                            <a:latin typeface="Cambria Math" panose="02040503050406030204" pitchFamily="18" charset="0"/>
                          </a:rPr>
                          <m:t>Δ</m:t>
                        </m:r>
                        <m:sSup>
                          <m:sSupPr>
                            <m:ctrlPr>
                              <a:rPr lang="fr-FR" i="1" noProof="0">
                                <a:solidFill>
                                  <a:schemeClr val="accent5">
                                    <a:lumMod val="75000"/>
                                  </a:schemeClr>
                                </a:solidFill>
                                <a:latin typeface="Cambria Math" panose="02040503050406030204" pitchFamily="18" charset="0"/>
                              </a:rPr>
                            </m:ctrlPr>
                          </m:sSupPr>
                          <m:e>
                            <m:r>
                              <a:rPr lang="fr-FR" i="1" noProof="0">
                                <a:solidFill>
                                  <a:schemeClr val="accent5">
                                    <a:lumMod val="75000"/>
                                  </a:schemeClr>
                                </a:solidFill>
                                <a:latin typeface="Cambria Math" panose="02040503050406030204" pitchFamily="18" charset="0"/>
                              </a:rPr>
                              <m:t>𝑟</m:t>
                            </m:r>
                          </m:e>
                          <m:sup>
                            <m:r>
                              <a:rPr lang="fr-CA" b="0" i="1" noProof="0" smtClean="0">
                                <a:solidFill>
                                  <a:schemeClr val="accent5">
                                    <a:lumMod val="75000"/>
                                  </a:schemeClr>
                                </a:solidFill>
                                <a:latin typeface="Cambria Math" panose="02040503050406030204" pitchFamily="18" charset="0"/>
                              </a:rPr>
                              <m:t>2</m:t>
                            </m:r>
                          </m:sup>
                        </m:sSup>
                      </m:e>
                    </m:d>
                  </m:oMath>
                </a14:m>
                <a:endParaRPr lang="fr-FR" i="1" noProof="0" dirty="0">
                  <a:latin typeface="Cambria Math" panose="02040503050406030204" pitchFamily="18" charset="0"/>
                </a:endParaRPr>
              </a:p>
              <a:p>
                <a:pPr marL="0" indent="0">
                  <a:buNone/>
                </a:pPr>
                <a:r>
                  <a:rPr lang="fr-FR" noProof="0" dirty="0">
                    <a:latin typeface="Cambria Math" panose="02040503050406030204" pitchFamily="18" charset="0"/>
                  </a:rPr>
                  <a:t>                                             </a:t>
                </a:r>
                <a:r>
                  <a:rPr lang="fr-FR" noProof="0" dirty="0">
                    <a:solidFill>
                      <a:schemeClr val="accent3">
                        <a:lumMod val="75000"/>
                      </a:schemeClr>
                    </a:solidFill>
                    <a:latin typeface="Cambria Math" panose="02040503050406030204" pitchFamily="18" charset="0"/>
                  </a:rPr>
                  <a:t>L(C)                     </a:t>
                </a:r>
                <a:r>
                  <a:rPr lang="fr-FR" noProof="0" dirty="0">
                    <a:solidFill>
                      <a:schemeClr val="accent5">
                        <a:lumMod val="75000"/>
                      </a:schemeClr>
                    </a:solidFill>
                    <a:latin typeface="Cambria Math" panose="02040503050406030204" pitchFamily="18" charset="0"/>
                  </a:rPr>
                  <a:t>Erreur</a:t>
                </a:r>
                <a:r>
                  <a:rPr lang="fr-FR" i="1" noProof="0" dirty="0">
                    <a:solidFill>
                      <a:schemeClr val="accent5">
                        <a:lumMod val="75000"/>
                      </a:schemeClr>
                    </a:solidFill>
                    <a:latin typeface="Cambria Math" panose="02040503050406030204" pitchFamily="18" charset="0"/>
                  </a:rPr>
                  <a:t> </a:t>
                </a:r>
                <a:r>
                  <a:rPr lang="fr-FR" noProof="0" dirty="0">
                    <a:solidFill>
                      <a:schemeClr val="accent5">
                        <a:lumMod val="75000"/>
                      </a:schemeClr>
                    </a:solidFill>
                    <a:latin typeface="Cambria Math" panose="02040503050406030204" pitchFamily="18" charset="0"/>
                  </a:rPr>
                  <a:t>de</a:t>
                </a:r>
                <a:r>
                  <a:rPr lang="fr-FR" i="1" noProof="0" dirty="0">
                    <a:solidFill>
                      <a:schemeClr val="accent5">
                        <a:lumMod val="75000"/>
                      </a:schemeClr>
                    </a:solidFill>
                    <a:latin typeface="Cambria Math" panose="02040503050406030204" pitchFamily="18" charset="0"/>
                  </a:rPr>
                  <a:t> </a:t>
                </a:r>
                <a:r>
                  <a:rPr lang="fr-FR" noProof="0" dirty="0">
                    <a:solidFill>
                      <a:schemeClr val="accent5">
                        <a:lumMod val="75000"/>
                      </a:schemeClr>
                    </a:solidFill>
                    <a:latin typeface="Cambria Math" panose="02040503050406030204" pitchFamily="18" charset="0"/>
                  </a:rPr>
                  <a:t>troncature</a:t>
                </a:r>
              </a:p>
              <a:p>
                <a:r>
                  <a:rPr lang="fr-FR" noProof="0" dirty="0">
                    <a:latin typeface="Cambria Math" panose="02040503050406030204" pitchFamily="18" charset="0"/>
                  </a:rPr>
                  <a:t>Ordre de précision attendu : 2 par rapport à r</a:t>
                </a:r>
              </a:p>
            </p:txBody>
          </p:sp>
        </mc:Choice>
        <mc:Fallback>
          <p:sp>
            <p:nvSpPr>
              <p:cNvPr id="3" name="Content Placeholder 2">
                <a:extLst>
                  <a:ext uri="{FF2B5EF4-FFF2-40B4-BE49-F238E27FC236}">
                    <a16:creationId xmlns:a16="http://schemas.microsoft.com/office/drawing/2014/main" id="{425C440B-7075-8DCF-D94D-6AE14F2C6543}"/>
                  </a:ext>
                </a:extLst>
              </p:cNvPr>
              <p:cNvSpPr>
                <a:spLocks noGrp="1" noRot="1" noChangeAspect="1" noMove="1" noResize="1" noEditPoints="1" noAdjustHandles="1" noChangeArrowheads="1" noChangeShapeType="1" noTextEdit="1"/>
              </p:cNvSpPr>
              <p:nvPr>
                <p:ph idx="1"/>
              </p:nvPr>
            </p:nvSpPr>
            <p:spPr>
              <a:blipFill>
                <a:blip r:embed="rId2"/>
                <a:stretch>
                  <a:fillRect l="-1043"/>
                </a:stretch>
              </a:blipFill>
            </p:spPr>
            <p:txBody>
              <a:bodyPr/>
              <a:lstStyle/>
              <a:p>
                <a:r>
                  <a:rPr lang="fr-CA">
                    <a:noFill/>
                  </a:rPr>
                  <a:t> </a:t>
                </a:r>
              </a:p>
            </p:txBody>
          </p:sp>
        </mc:Fallback>
      </mc:AlternateContent>
    </p:spTree>
    <p:extLst>
      <p:ext uri="{BB962C8B-B14F-4D97-AF65-F5344CB8AC3E}">
        <p14:creationId xmlns:p14="http://schemas.microsoft.com/office/powerpoint/2010/main" val="8965918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19BA3-DA20-A1C6-EAF3-922AA06128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1F25EE-A5EB-2D1B-D153-55AD345B6658}"/>
              </a:ext>
            </a:extLst>
          </p:cNvPr>
          <p:cNvSpPr>
            <a:spLocks noGrp="1"/>
          </p:cNvSpPr>
          <p:nvPr>
            <p:ph type="title"/>
          </p:nvPr>
        </p:nvSpPr>
        <p:spPr/>
        <p:txBody>
          <a:bodyPr/>
          <a:lstStyle/>
          <a:p>
            <a:r>
              <a:rPr lang="fr-FR" noProof="0" dirty="0"/>
              <a:t>F. Résultats et analyse - Avant</a:t>
            </a:r>
          </a:p>
        </p:txBody>
      </p:sp>
      <p:sp>
        <p:nvSpPr>
          <p:cNvPr id="9" name="ZoneTexte 8">
            <a:extLst>
              <a:ext uri="{FF2B5EF4-FFF2-40B4-BE49-F238E27FC236}">
                <a16:creationId xmlns:a16="http://schemas.microsoft.com/office/drawing/2014/main" id="{E6ED19CA-B08B-2AB5-C07E-D3F11BA2E8FF}"/>
              </a:ext>
            </a:extLst>
          </p:cNvPr>
          <p:cNvSpPr txBox="1"/>
          <p:nvPr/>
        </p:nvSpPr>
        <p:spPr>
          <a:xfrm>
            <a:off x="1068310" y="4746447"/>
            <a:ext cx="10520126" cy="1815882"/>
          </a:xfrm>
          <a:prstGeom prst="rect">
            <a:avLst/>
          </a:prstGeom>
          <a:noFill/>
        </p:spPr>
        <p:txBody>
          <a:bodyPr wrap="square" rtlCol="0">
            <a:spAutoFit/>
          </a:bodyPr>
          <a:lstStyle/>
          <a:p>
            <a:r>
              <a:rPr lang="fr-FR" sz="1600" noProof="0" dirty="0"/>
              <a:t>À droite, on observe le tracé de la concentration de la solution numérique par rapport à la solution analytique. On voit que ces solutions sont initialement exactes à r = 0.5 mais diverge en s’approchant du centre du cylindre. On peut s’attendre à ce résultat étant donné la condition de Dirichlet qui impose la solution à droite.</a:t>
            </a:r>
          </a:p>
          <a:p>
            <a:endParaRPr lang="fr-FR" sz="1600" noProof="0" dirty="0"/>
          </a:p>
          <a:p>
            <a:r>
              <a:rPr lang="fr-FR" sz="1600" noProof="0" dirty="0"/>
              <a:t>À gauche, pour ce schéma, on obtient un ordre de convergence / pente d’environ 1 pour les trois erreurs. L’erreur commise est de l’ordre de 10</a:t>
            </a:r>
            <a:r>
              <a:rPr lang="fr-FR" sz="1600" baseline="30000" noProof="0" dirty="0"/>
              <a:t>-2</a:t>
            </a:r>
            <a:r>
              <a:rPr lang="fr-FR" sz="1600" noProof="0" dirty="0"/>
              <a:t> à 10</a:t>
            </a:r>
            <a:r>
              <a:rPr lang="fr-FR" sz="1600" baseline="30000" noProof="0" dirty="0"/>
              <a:t>0</a:t>
            </a:r>
            <a:r>
              <a:rPr lang="fr-FR" sz="1600" noProof="0" dirty="0"/>
              <a:t>. Ce résultat est conforme à l’ordre de précision qui a été démontré précédemment.</a:t>
            </a:r>
          </a:p>
        </p:txBody>
      </p:sp>
      <p:pic>
        <p:nvPicPr>
          <p:cNvPr id="15" name="Picture 14">
            <a:extLst>
              <a:ext uri="{FF2B5EF4-FFF2-40B4-BE49-F238E27FC236}">
                <a16:creationId xmlns:a16="http://schemas.microsoft.com/office/drawing/2014/main" id="{5E1F0269-2538-9797-D496-C6ADC8259BC9}"/>
              </a:ext>
            </a:extLst>
          </p:cNvPr>
          <p:cNvPicPr>
            <a:picLocks noChangeAspect="1"/>
          </p:cNvPicPr>
          <p:nvPr/>
        </p:nvPicPr>
        <p:blipFill>
          <a:blip r:embed="rId2">
            <a:extLst>
              <a:ext uri="{28A0092B-C50C-407E-A947-70E740481C1C}">
                <a14:useLocalDpi xmlns:a14="http://schemas.microsoft.com/office/drawing/2010/main" val="0"/>
              </a:ext>
            </a:extLst>
          </a:blip>
          <a:srcRect r="-2" b="-1570"/>
          <a:stretch>
            <a:fillRect/>
          </a:stretch>
        </p:blipFill>
        <p:spPr>
          <a:xfrm>
            <a:off x="5975478" y="1346657"/>
            <a:ext cx="5250438" cy="3326200"/>
          </a:xfrm>
          <a:prstGeom prst="rect">
            <a:avLst/>
          </a:prstGeom>
        </p:spPr>
      </p:pic>
      <p:pic>
        <p:nvPicPr>
          <p:cNvPr id="6" name="Image 5" descr="Une image contenant ligne, Tracé, texte, diagramme&#10;&#10;Le contenu généré par l’IA peut être incorrect.">
            <a:extLst>
              <a:ext uri="{FF2B5EF4-FFF2-40B4-BE49-F238E27FC236}">
                <a16:creationId xmlns:a16="http://schemas.microsoft.com/office/drawing/2014/main" id="{F0EA7C9B-4EBA-DD0B-3451-3D16FC35CA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6084" y="1508206"/>
            <a:ext cx="5298202" cy="3003101"/>
          </a:xfrm>
          <a:prstGeom prst="rect">
            <a:avLst/>
          </a:prstGeom>
        </p:spPr>
      </p:pic>
    </p:spTree>
    <p:extLst>
      <p:ext uri="{BB962C8B-B14F-4D97-AF65-F5344CB8AC3E}">
        <p14:creationId xmlns:p14="http://schemas.microsoft.com/office/powerpoint/2010/main" val="40941694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C1E28-C6FD-B155-3AD0-9F4C10F92F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0D2871-CAF8-7E62-33F0-5FB4AEF99735}"/>
              </a:ext>
            </a:extLst>
          </p:cNvPr>
          <p:cNvSpPr>
            <a:spLocks noGrp="1"/>
          </p:cNvSpPr>
          <p:nvPr>
            <p:ph type="title"/>
          </p:nvPr>
        </p:nvSpPr>
        <p:spPr/>
        <p:txBody>
          <a:bodyPr/>
          <a:lstStyle/>
          <a:p>
            <a:r>
              <a:rPr lang="fr-FR" noProof="0" dirty="0"/>
              <a:t>F. Résultats et analyse - Centré</a:t>
            </a:r>
          </a:p>
        </p:txBody>
      </p:sp>
      <p:sp>
        <p:nvSpPr>
          <p:cNvPr id="9" name="ZoneTexte 8">
            <a:extLst>
              <a:ext uri="{FF2B5EF4-FFF2-40B4-BE49-F238E27FC236}">
                <a16:creationId xmlns:a16="http://schemas.microsoft.com/office/drawing/2014/main" id="{3448371C-C62D-1B6D-F31A-CE8C28EF0E03}"/>
              </a:ext>
            </a:extLst>
          </p:cNvPr>
          <p:cNvSpPr txBox="1"/>
          <p:nvPr/>
        </p:nvSpPr>
        <p:spPr>
          <a:xfrm>
            <a:off x="1013989" y="4782981"/>
            <a:ext cx="10520126" cy="2092881"/>
          </a:xfrm>
          <a:prstGeom prst="rect">
            <a:avLst/>
          </a:prstGeom>
          <a:noFill/>
        </p:spPr>
        <p:txBody>
          <a:bodyPr wrap="square" rtlCol="0">
            <a:spAutoFit/>
          </a:bodyPr>
          <a:lstStyle/>
          <a:p>
            <a:r>
              <a:rPr lang="fr-FR" sz="1400" noProof="0" dirty="0"/>
              <a:t>À droite, on observe le tracé de la concentration de la solution numérique par rapport à la solution analytique. On voit que ces solutions sont exactement identiques. Cela est conforme aux attentes d’un schéma d’ordre 2, permettant de résoudre exactement une équation différentielle d’ordre 2.</a:t>
            </a:r>
          </a:p>
          <a:p>
            <a:r>
              <a:rPr lang="fr-FR" sz="1400" noProof="0" dirty="0"/>
              <a:t>     </a:t>
            </a:r>
          </a:p>
          <a:p>
            <a:r>
              <a:rPr lang="fr-FR" sz="1400" noProof="0" dirty="0"/>
              <a:t>À gauche, pour le schéma à discrétisation centrée, on obtient un ordre de convergence / pente non concluant, variant de -6.51 à -3.17. L’erreur observée est de 10</a:t>
            </a:r>
            <a:r>
              <a:rPr lang="fr-FR" sz="1400" baseline="30000" noProof="0" dirty="0"/>
              <a:t>-16</a:t>
            </a:r>
            <a:r>
              <a:rPr lang="fr-FR" sz="1400" noProof="0" dirty="0"/>
              <a:t> à 10</a:t>
            </a:r>
            <a:r>
              <a:rPr lang="fr-FR" sz="1400" baseline="30000" noProof="0" dirty="0"/>
              <a:t>-9</a:t>
            </a:r>
            <a:r>
              <a:rPr lang="fr-FR" sz="1400" noProof="0" dirty="0"/>
              <a:t>. On observe aussi que l’évolution de l’erreur n’est pas linéaire et fluctue énormément. Ce résultat peut sembler surprenant, mais on réalise rapidement que le schéma, pour un pas grossier, ne commet presque pas d’erreur. Plus on diminue le pas, plus l’erreur augmente ; cela s’explique par l’erreur en virgule flottante, qui surgit lorsque l’erreur décroit rapidement (dans ce cas O(Δr2)) et atteint la précision machine.</a:t>
            </a:r>
          </a:p>
        </p:txBody>
      </p:sp>
      <p:pic>
        <p:nvPicPr>
          <p:cNvPr id="3" name="Picture 10">
            <a:extLst>
              <a:ext uri="{FF2B5EF4-FFF2-40B4-BE49-F238E27FC236}">
                <a16:creationId xmlns:a16="http://schemas.microsoft.com/office/drawing/2014/main" id="{39C6FE16-14F8-965F-66B5-337906A3BB87}"/>
              </a:ext>
            </a:extLst>
          </p:cNvPr>
          <p:cNvPicPr>
            <a:picLocks noChangeAspect="1"/>
          </p:cNvPicPr>
          <p:nvPr/>
        </p:nvPicPr>
        <p:blipFill>
          <a:blip r:embed="rId2">
            <a:extLst>
              <a:ext uri="{28A0092B-C50C-407E-A947-70E740481C1C}">
                <a14:useLocalDpi xmlns:a14="http://schemas.microsoft.com/office/drawing/2010/main" val="0"/>
              </a:ext>
            </a:extLst>
          </a:blip>
          <a:srcRect t="-313" r="-2" b="476"/>
          <a:stretch>
            <a:fillRect/>
          </a:stretch>
        </p:blipFill>
        <p:spPr>
          <a:xfrm>
            <a:off x="6178944" y="1554529"/>
            <a:ext cx="5079460" cy="3177144"/>
          </a:xfrm>
          <a:prstGeom prst="rect">
            <a:avLst/>
          </a:prstGeom>
        </p:spPr>
      </p:pic>
      <p:pic>
        <p:nvPicPr>
          <p:cNvPr id="7" name="Image 6" descr="Une image contenant ligne, texte, Tracé, diagramme&#10;&#10;Le contenu généré par l’IA peut être incorrect.">
            <a:extLst>
              <a:ext uri="{FF2B5EF4-FFF2-40B4-BE49-F238E27FC236}">
                <a16:creationId xmlns:a16="http://schemas.microsoft.com/office/drawing/2014/main" id="{226DB800-8299-D72F-FD10-DF7E30FC51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9806" y="1567296"/>
            <a:ext cx="5654246" cy="3215685"/>
          </a:xfrm>
          <a:prstGeom prst="rect">
            <a:avLst/>
          </a:prstGeom>
        </p:spPr>
      </p:pic>
    </p:spTree>
    <p:extLst>
      <p:ext uri="{BB962C8B-B14F-4D97-AF65-F5344CB8AC3E}">
        <p14:creationId xmlns:p14="http://schemas.microsoft.com/office/powerpoint/2010/main" val="17529828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29396-D17B-4139-FFB2-731B93C34A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00507C-3A11-54A5-46DE-25BB48B4F5B3}"/>
              </a:ext>
            </a:extLst>
          </p:cNvPr>
          <p:cNvSpPr>
            <a:spLocks noGrp="1"/>
          </p:cNvSpPr>
          <p:nvPr>
            <p:ph type="title"/>
          </p:nvPr>
        </p:nvSpPr>
        <p:spPr/>
        <p:txBody>
          <a:bodyPr/>
          <a:lstStyle/>
          <a:p>
            <a:r>
              <a:rPr lang="fr-FR" noProof="0" dirty="0"/>
              <a:t>G. Vérification de code</a:t>
            </a:r>
          </a:p>
        </p:txBody>
      </p:sp>
      <p:sp>
        <p:nvSpPr>
          <p:cNvPr id="9" name="ZoneTexte 8">
            <a:extLst>
              <a:ext uri="{FF2B5EF4-FFF2-40B4-BE49-F238E27FC236}">
                <a16:creationId xmlns:a16="http://schemas.microsoft.com/office/drawing/2014/main" id="{956B2C77-283E-DF73-AD29-6A345270E2A1}"/>
              </a:ext>
            </a:extLst>
          </p:cNvPr>
          <p:cNvSpPr txBox="1"/>
          <p:nvPr/>
        </p:nvSpPr>
        <p:spPr>
          <a:xfrm>
            <a:off x="833674" y="2175263"/>
            <a:ext cx="10520126" cy="1938992"/>
          </a:xfrm>
          <a:prstGeom prst="rect">
            <a:avLst/>
          </a:prstGeom>
          <a:noFill/>
        </p:spPr>
        <p:txBody>
          <a:bodyPr wrap="square" rtlCol="0">
            <a:spAutoFit/>
          </a:bodyPr>
          <a:lstStyle/>
          <a:p>
            <a:r>
              <a:rPr lang="fr-FR" sz="2000" dirty="0"/>
              <a:t>Un module de test a été ajouté au projet, à l’aide du </a:t>
            </a:r>
            <a:r>
              <a:rPr lang="fr-FR" sz="2000" dirty="0" err="1"/>
              <a:t>framework</a:t>
            </a:r>
            <a:r>
              <a:rPr lang="fr-FR" sz="2000" dirty="0"/>
              <a:t> python </a:t>
            </a:r>
            <a:r>
              <a:rPr lang="fr-FR" sz="2000" i="1" dirty="0" err="1"/>
              <a:t>unittest</a:t>
            </a:r>
            <a:r>
              <a:rPr lang="fr-FR" sz="2000" dirty="0"/>
              <a:t>, afin de pouvoir ajouter un ensemble de test facilement pour pouvoir tester le code. Pour </a:t>
            </a:r>
            <a:r>
              <a:rPr lang="fr-FR" sz="2000" noProof="0" dirty="0"/>
              <a:t>ce qui est de la vérification, les ordres de précision asymptotiques sont un bon indicateur pour vérifier le code. Additionnellement, un test d’invariance galiléenne a été ajouté pour s’assurer que le code fonctionne correctement. D’autres tests de profilage ont été réalisés afin de s’assurer que le code produit des résultats valide (non nuls ou None) en sortie.</a:t>
            </a:r>
          </a:p>
        </p:txBody>
      </p:sp>
    </p:spTree>
    <p:extLst>
      <p:ext uri="{BB962C8B-B14F-4D97-AF65-F5344CB8AC3E}">
        <p14:creationId xmlns:p14="http://schemas.microsoft.com/office/powerpoint/2010/main" val="2362006038"/>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1939</TotalTime>
  <Words>981</Words>
  <Application>Microsoft Office PowerPoint</Application>
  <PresentationFormat>Grand écran</PresentationFormat>
  <Paragraphs>62</Paragraphs>
  <Slides>10</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10</vt:i4>
      </vt:variant>
    </vt:vector>
  </HeadingPairs>
  <TitlesOfParts>
    <vt:vector size="16" baseType="lpstr">
      <vt:lpstr>Aptos</vt:lpstr>
      <vt:lpstr>Aptos Display</vt:lpstr>
      <vt:lpstr>Arial</vt:lpstr>
      <vt:lpstr>Cambria Math</vt:lpstr>
      <vt:lpstr>Wingdings</vt:lpstr>
      <vt:lpstr>Thème Office</vt:lpstr>
      <vt:lpstr>MEC8211 – Devoir 1 </vt:lpstr>
      <vt:lpstr>A. Etablir le problème stationnaire </vt:lpstr>
      <vt:lpstr>A. Etablir le problème stationnaire </vt:lpstr>
      <vt:lpstr>Présentation PowerPoint</vt:lpstr>
      <vt:lpstr>C. Discrétisation</vt:lpstr>
      <vt:lpstr>C. Discrétisation</vt:lpstr>
      <vt:lpstr>E. Nouveaux schémas de différenciation </vt:lpstr>
      <vt:lpstr>F. Résultats et analyse - Avant</vt:lpstr>
      <vt:lpstr>F. Résultats et analyse - Centré</vt:lpstr>
      <vt:lpstr>G. Vérification de code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Charlotte Sabrié</dc:creator>
  <cp:lastModifiedBy>Antoine Payette-Toupin</cp:lastModifiedBy>
  <cp:revision>13</cp:revision>
  <dcterms:created xsi:type="dcterms:W3CDTF">2026-02-07T22:10:41Z</dcterms:created>
  <dcterms:modified xsi:type="dcterms:W3CDTF">2026-02-16T01:46:48Z</dcterms:modified>
</cp:coreProperties>
</file>