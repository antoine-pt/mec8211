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62" y="3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0B2023-C595-443A-8D8C-AB9DF5A28D48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05186-0725-443C-BC59-E521425E81C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661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F20FCA-9849-8D64-289F-FB7638BA93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76829620-5708-DEC4-9272-A41F0A6301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DB910B6-110F-28F4-BC47-9CD148E697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44678E1-FCC5-EC25-725D-328119EFF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9387A6-A3E0-90B2-ED44-78CDF4F0D2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5390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C97288E-ECBA-99C4-1444-DA21DAB4C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EC74A79-D906-7648-DF71-F652B3D257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EB91EF-38F8-ABFB-87B4-57EDEDB999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7709078-3A53-6606-B2E6-3BB4741E36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A92B805-A639-F55C-CC2B-178CB8A38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39681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241E8AB-8B3D-7D2B-454D-A3D812AFC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D706EE7-1B52-6EDA-23CD-EBDC9D983B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630CC76-8BA5-D53B-5774-461AC3B17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DF6B1B4-70DA-80E0-6D01-F2E288534F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A9B155F-8FEC-FE08-D681-49F2C5AAC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31993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451296E-B96C-D9C9-2CF2-546C13B03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EA025F0-4010-871A-FE66-218C9A904A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464F2629-5962-80D6-CD5A-71A7AE333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97F91979-03FE-8AD9-0EBF-A57A380409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8B9C80A-4711-E7F6-E1DF-09CC03039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4C0094B-8232-4889-218A-4184426ECE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924606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F879185-61FB-F46B-A0E2-1E53FE8F8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E1E42A4-57AD-B6A7-45F6-E65565DD1E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C1CECC0-8806-8386-0361-52FF2978D3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357A7A8-EC71-9A58-7CA8-F66CE308BD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C404EC0-E68A-E4C9-B80D-BEEF06093E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1991D710-9103-9DB2-5B2C-59600B097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45A2E21-EC6F-BB4B-30CF-051112D61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E91B0247-804A-34B5-9ABD-CF6115BF4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065856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D37AC3B-D109-33CB-4224-A617247A7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E3F6FE45-B625-B3EB-8DE6-AE665E1143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1F3647DC-4841-391E-4311-1CCF978C4D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9564912E-487F-BB3C-29BD-B868B31CF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66578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6A390C-6CF6-6459-A357-00F3D73CB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BE966711-8F45-F5F0-78CD-892DDBA2D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6C6A74F-9B43-9437-CA16-F699B01232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87130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A13010F-0A51-7184-A92A-FB55AE059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C1D7753-D33B-ECA5-15CE-371E4C21E6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90C5936-CC3F-C564-027C-7A158FB379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B6D2F58-1DEC-05A4-9415-5505781ED3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B1FDC0B-7A72-6AF2-D8F2-FD133D818D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A229BFA-2217-13B1-36D0-B45735FE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78926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D44F5C3-4D43-F330-AB2E-93F7856CD0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5D9E71D8-C483-7218-914B-8C438B7BD3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0105DA-F2A5-AE7D-D2C7-8E99794548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4FC808-FEB6-7DC6-E162-509C39E166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7C49D9E-6F71-6FFF-CC00-D84AF99321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86CB61D-9EC9-D900-993A-D90CFEFB4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4036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4F3AE0-0A4F-C73C-7312-C0332CB9B7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E93595E3-1731-DBA8-5D73-6FBC0173DE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B2046E-A47B-EEA8-B9CA-90559DF7BC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EA06073-8B5C-0924-EB9B-46644CC41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3EE113-1D48-2091-06FD-0F833E574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12413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F4B14AC-D335-199A-8275-8FEAD6078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C344906-2881-CA33-2AED-6CE33B906A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BED21D-D702-70A0-6DFF-537C0E9E30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B22F45-96A6-62D2-C024-4FBD1C07F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0799B19-4092-7649-21ED-884512586C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7238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1ECCE51-4F19-67BD-9ACF-7D67A65B3A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44C1EA9-4ED2-C33A-D018-C0313920CC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B54EE32-0D00-5F0F-B543-C3A2D5CAAB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51AFDA-D128-4B68-A211-269E2451E5DE}" type="datetimeFigureOut">
              <a:rPr lang="fr-FR" smtClean="0"/>
              <a:t>23/03/2026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304F246-AFA0-B777-83BA-CAECCDA95B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3044D50-2635-7742-456B-1A644C31FA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D85B578-4E75-4E1C-9BE3-D5DCC0715B1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2704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antoine-pt/MEC6212.git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6C991BE-FE4B-ED26-E133-B404288321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6463"/>
            <a:ext cx="9144000" cy="1425131"/>
          </a:xfrm>
        </p:spPr>
        <p:txBody>
          <a:bodyPr/>
          <a:lstStyle/>
          <a:p>
            <a:r>
              <a:rPr lang="fr-FR" noProof="0" dirty="0"/>
              <a:t>MEC8211 – Devoir 3 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0AF6114-4134-51BE-88E4-DAEE360A6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06407"/>
            <a:ext cx="9144000" cy="1945747"/>
          </a:xfrm>
        </p:spPr>
        <p:txBody>
          <a:bodyPr>
            <a:normAutofit fontScale="92500" lnSpcReduction="10000"/>
          </a:bodyPr>
          <a:lstStyle/>
          <a:p>
            <a:r>
              <a:rPr lang="fr-FR" noProof="0" dirty="0"/>
              <a:t>Antoine Payette-Toupin (2090788)</a:t>
            </a:r>
          </a:p>
          <a:p>
            <a:r>
              <a:rPr lang="fr-FR" noProof="0" dirty="0"/>
              <a:t>Charlotte Sabrié (2485495)</a:t>
            </a:r>
          </a:p>
          <a:p>
            <a:r>
              <a:rPr lang="fr-FR" noProof="0" dirty="0"/>
              <a:t>Loïc Vignaud (2485146)</a:t>
            </a:r>
          </a:p>
          <a:p>
            <a:endParaRPr lang="fr-FR" dirty="0"/>
          </a:p>
          <a:p>
            <a:r>
              <a:rPr lang="fr-FR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Répertoire </a:t>
            </a:r>
            <a:r>
              <a:rPr lang="fr-FR" sz="2200" dirty="0" err="1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fr-FR" sz="2200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: </a:t>
            </a:r>
            <a:r>
              <a:rPr lang="fr-FR" sz="2200" u="sng" dirty="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https://github.com/antoine-pt/MEC6212.git</a:t>
            </a:r>
            <a:endParaRPr lang="fr-FR" sz="2200" noProof="0" dirty="0"/>
          </a:p>
        </p:txBody>
      </p:sp>
    </p:spTree>
    <p:extLst>
      <p:ext uri="{BB962C8B-B14F-4D97-AF65-F5344CB8AC3E}">
        <p14:creationId xmlns:p14="http://schemas.microsoft.com/office/powerpoint/2010/main" val="1918372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2412</TotalTime>
  <Words>33</Words>
  <Application>Microsoft Office PowerPoint</Application>
  <PresentationFormat>Grand écran</PresentationFormat>
  <Paragraphs>6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MEC8211 – Devoir 3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Charlotte Sabrié</dc:creator>
  <cp:lastModifiedBy>Charlotte Sabrié</cp:lastModifiedBy>
  <cp:revision>26</cp:revision>
  <dcterms:created xsi:type="dcterms:W3CDTF">2026-02-07T22:10:41Z</dcterms:created>
  <dcterms:modified xsi:type="dcterms:W3CDTF">2026-03-23T15:28:03Z</dcterms:modified>
</cp:coreProperties>
</file>