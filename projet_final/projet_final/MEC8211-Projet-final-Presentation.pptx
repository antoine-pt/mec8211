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7" r:id="rId4"/>
    <p:sldId id="259" r:id="rId5"/>
    <p:sldId id="263" r:id="rId6"/>
    <p:sldId id="260" r:id="rId7"/>
    <p:sldId id="262" r:id="rId8"/>
    <p:sldId id="261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84" d="100"/>
          <a:sy n="84" d="100"/>
        </p:scale>
        <p:origin x="67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: Milieu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lèche : courbe vers la droite 3">
            <a:extLst>
              <a:ext uri="{FF2B5EF4-FFF2-40B4-BE49-F238E27FC236}">
                <a16:creationId xmlns:a16="http://schemas.microsoft.com/office/drawing/2014/main" id="{1AFB7D79-82CC-3BF4-26BE-A0D023326082}"/>
              </a:ext>
            </a:extLst>
          </p:cNvPr>
          <p:cNvSpPr/>
          <p:nvPr/>
        </p:nvSpPr>
        <p:spPr>
          <a:xfrm rot="4263975">
            <a:off x="1775824" y="2807560"/>
            <a:ext cx="607576" cy="3713718"/>
          </a:xfrm>
          <a:prstGeom prst="curvedRightArrow">
            <a:avLst>
              <a:gd name="adj1" fmla="val 25000"/>
              <a:gd name="adj2" fmla="val 50000"/>
              <a:gd name="adj3" fmla="val 367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0473" y="1439866"/>
                <a:ext cx="5167085" cy="1759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fr-FR" sz="2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endParaRPr lang="fr-FR" sz="2600" dirty="0"/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0473" y="1439866"/>
                <a:ext cx="5167085" cy="1759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Discrétisation : frontières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2A9C98-CDF3-02FE-6E21-30036838C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13CAEC-1AC4-C17B-EAFA-EC1AB7DBA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2525</TotalTime>
  <Words>440</Words>
  <Application>Microsoft Office PowerPoint</Application>
  <PresentationFormat>Grand écran</PresentationFormat>
  <Paragraphs>71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</vt:lpstr>
      <vt:lpstr>Cambria Math</vt:lpstr>
      <vt:lpstr>Thème Office</vt:lpstr>
      <vt:lpstr>MEC8211 – Projet final</vt:lpstr>
      <vt:lpstr>Contexte</vt:lpstr>
      <vt:lpstr>Modélisation mathématique</vt:lpstr>
      <vt:lpstr>Discrétisation : Milieu </vt:lpstr>
      <vt:lpstr>Discrétisation : frontières</vt:lpstr>
      <vt:lpstr>Calcul de l’ordre de convergence </vt:lpstr>
      <vt:lpstr>Calcul de l’ordre de convergence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Charlotte Sabrié</cp:lastModifiedBy>
  <cp:revision>33</cp:revision>
  <dcterms:created xsi:type="dcterms:W3CDTF">2026-02-07T22:10:41Z</dcterms:created>
  <dcterms:modified xsi:type="dcterms:W3CDTF">2026-04-09T23:28:49Z</dcterms:modified>
</cp:coreProperties>
</file>