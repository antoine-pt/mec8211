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98" d="100"/>
          <a:sy n="98" d="100"/>
        </p:scale>
        <p:origin x="9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2673</TotalTime>
  <Words>1375</Words>
  <Application>Microsoft Office PowerPoint</Application>
  <PresentationFormat>Grand écran</PresentationFormat>
  <Paragraphs>162</Paragraphs>
  <Slides>14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</vt:lpstr>
      <vt:lpstr>Cambria Math</vt:lpstr>
      <vt:lpstr>Courier New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42</cp:revision>
  <dcterms:created xsi:type="dcterms:W3CDTF">2026-02-07T22:10:41Z</dcterms:created>
  <dcterms:modified xsi:type="dcterms:W3CDTF">2026-04-10T21:45:40Z</dcterms:modified>
</cp:coreProperties>
</file>