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  <p:sldId id="275" r:id="rId20"/>
    <p:sldId id="276" r:id="rId21"/>
    <p:sldId id="274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67" d="100"/>
          <a:sy n="67" d="100"/>
        </p:scale>
        <p:origin x="102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-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*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7850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525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1118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298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baseline="-2500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025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normale dans cet intervalle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+ 02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1217" t="-3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num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0E620-26B7-5449-95D5-A34047E1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fonction de la valeur de GCI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4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2883</TotalTime>
  <Words>1766</Words>
  <Application>Microsoft Office PowerPoint</Application>
  <PresentationFormat>Widescreen</PresentationFormat>
  <Paragraphs>222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expérimentale</vt:lpstr>
      <vt:lpstr>Validation – incertitude numérique u_num</vt:lpstr>
      <vt:lpstr>Validation – incertitude u_input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51</cp:revision>
  <dcterms:created xsi:type="dcterms:W3CDTF">2026-02-07T22:10:41Z</dcterms:created>
  <dcterms:modified xsi:type="dcterms:W3CDTF">2026-04-12T15:32:54Z</dcterms:modified>
</cp:coreProperties>
</file>