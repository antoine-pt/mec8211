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7" r:id="rId19"/>
    <p:sldId id="273" r:id="rId20"/>
    <p:sldId id="276" r:id="rId21"/>
    <p:sldId id="274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>
        <p:scale>
          <a:sx n="100" d="100"/>
          <a:sy n="100" d="100"/>
        </p:scale>
        <p:origin x="0" y="-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6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37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baseline="-2500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=1.25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.10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/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normale dans cet intervalle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+ 02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1217" t="-3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Améliorations possibles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</a:t>
                </a:r>
                <a:r>
                  <a:rPr lang="en-US" dirty="0" err="1"/>
                  <a:t>expériences</a:t>
                </a:r>
                <a:r>
                  <a:rPr lang="en-US" dirty="0"/>
                  <a:t>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3115</TotalTime>
  <Words>1808</Words>
  <Application>Microsoft Office PowerPoint</Application>
  <PresentationFormat>Grand écran</PresentationFormat>
  <Paragraphs>239</Paragraphs>
  <Slides>21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Améliorations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55</cp:revision>
  <dcterms:created xsi:type="dcterms:W3CDTF">2026-02-07T22:10:41Z</dcterms:created>
  <dcterms:modified xsi:type="dcterms:W3CDTF">2026-04-12T22:10:48Z</dcterms:modified>
</cp:coreProperties>
</file>