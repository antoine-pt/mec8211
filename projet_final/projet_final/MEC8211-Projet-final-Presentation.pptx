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8" r:id="rId19"/>
    <p:sldId id="273" r:id="rId20"/>
    <p:sldId id="276" r:id="rId21"/>
    <p:sldId id="277" r:id="rId22"/>
    <p:sldId id="274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84" d="100"/>
          <a:sy n="84" d="100"/>
        </p:scale>
        <p:origin x="67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.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(42.5,3.75)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0.525,0.19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=44.91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𝑛𝑢𝑚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3169</TotalTime>
  <Words>1866</Words>
  <Application>Microsoft Office PowerPoint</Application>
  <PresentationFormat>Grand écran</PresentationFormat>
  <Paragraphs>247</Paragraphs>
  <Slides>22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57</cp:revision>
  <dcterms:created xsi:type="dcterms:W3CDTF">2026-02-07T22:10:41Z</dcterms:created>
  <dcterms:modified xsi:type="dcterms:W3CDTF">2026-04-12T22:13:42Z</dcterms:modified>
</cp:coreProperties>
</file>