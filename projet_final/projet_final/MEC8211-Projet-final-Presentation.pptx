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7" r:id="rId4"/>
    <p:sldId id="264" r:id="rId5"/>
    <p:sldId id="259" r:id="rId6"/>
    <p:sldId id="263" r:id="rId7"/>
    <p:sldId id="260" r:id="rId8"/>
    <p:sldId id="262" r:id="rId9"/>
    <p:sldId id="261" r:id="rId10"/>
    <p:sldId id="265" r:id="rId11"/>
    <p:sldId id="266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105" d="100"/>
          <a:sy n="105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Projet final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Discrétisation : Milieu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Discrétisation : frontières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[</m:t>
                    </m:r>
                    <m:d>
                      <m:dPr>
                        <m:ctrlPr>
                          <a:rPr lang="fr-CA" b="0" i="0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r>
              <a:rPr lang="fr-FR" dirty="0"/>
              <a:t>Tests de vérification de code 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FR" dirty="0" err="1"/>
              <a:t>testSymmetrie</a:t>
            </a:r>
            <a:r>
              <a:rPr lang="fr-FR" dirty="0"/>
              <a:t> 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bugs au sein du code.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équations de discrétisation (que nous croyions déjà bonne).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Problèmes d’indexation des points,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FR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FR" dirty="0" err="1"/>
              <a:t>testConservationEnergie</a:t>
            </a:r>
            <a:r>
              <a:rPr lang="fr-FR" dirty="0"/>
              <a:t> 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MMS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B832D3-1AFE-0930-0EA6-79DF70C19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Implémentation de tests</a:t>
            </a:r>
          </a:p>
        </p:txBody>
      </p:sp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2602</TotalTime>
  <Words>967</Words>
  <Application>Microsoft Office PowerPoint</Application>
  <PresentationFormat>Grand écran</PresentationFormat>
  <Paragraphs>132</Paragraphs>
  <Slides>11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Cambria</vt:lpstr>
      <vt:lpstr>Cambria Math</vt:lpstr>
      <vt:lpstr>Courier New</vt:lpstr>
      <vt:lpstr>Thème Office</vt:lpstr>
      <vt:lpstr>MEC8211 – Projet final</vt:lpstr>
      <vt:lpstr>Contexte</vt:lpstr>
      <vt:lpstr>Modélisation mathématique</vt:lpstr>
      <vt:lpstr>Modélisation mathématique</vt:lpstr>
      <vt:lpstr>Discrétisation : Milieu </vt:lpstr>
      <vt:lpstr>Discrétisation : frontières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- MMS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38</cp:revision>
  <dcterms:created xsi:type="dcterms:W3CDTF">2026-02-07T22:10:41Z</dcterms:created>
  <dcterms:modified xsi:type="dcterms:W3CDTF">2026-04-10T20:34:26Z</dcterms:modified>
</cp:coreProperties>
</file>