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3" r:id="rId19"/>
    <p:sldId id="275" r:id="rId20"/>
    <p:sldId id="276" r:id="rId21"/>
    <p:sldId id="277" r:id="rId22"/>
    <p:sldId id="274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78" d="100"/>
          <a:sy n="78" d="100"/>
        </p:scale>
        <p:origin x="89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7850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525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1118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298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025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87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num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0E620-26B7-5449-95D5-A34047E1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fonction de la valeur de GCI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47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91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𝑛𝑢𝑚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3169</TotalTime>
  <Words>1824</Words>
  <Application>Microsoft Office PowerPoint</Application>
  <PresentationFormat>Widescreen</PresentationFormat>
  <Paragraphs>230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expérimentale</vt:lpstr>
      <vt:lpstr>Validation – incertitude numérique u_num</vt:lpstr>
      <vt:lpstr>Validation – incertitude u_input</vt:lpstr>
      <vt:lpstr>Validation – erreur du modèle 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56</cp:revision>
  <dcterms:created xsi:type="dcterms:W3CDTF">2026-02-07T22:10:41Z</dcterms:created>
  <dcterms:modified xsi:type="dcterms:W3CDTF">2026-04-12T20:20:51Z</dcterms:modified>
</cp:coreProperties>
</file>