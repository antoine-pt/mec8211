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67" y="7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Utilité de modéliser ça</a:t>
            </a:r>
          </a:p>
        </p:txBody>
      </p:sp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/>
              <a:lstStyle/>
              <a:p>
                <a:pPr fontAlgn="base"/>
                <a:r>
                  <a:rPr lang="fr-FR" dirty="0"/>
                  <a:t>Refroidissement à l'air ambient d'un lingot métallique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/>
                          </m:ctrlPr>
                        </m:sSubSupPr>
                        <m:e>
                          <m:r>
                            <a:rPr lang="fr-FR" i="1"/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/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308" y="2295524"/>
            <a:ext cx="2314503" cy="3221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nor/>
                            </m:rPr>
                            <a:rPr lang="fr-FR"/>
                            <m:t> 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lèche : courbe vers la droite 3">
            <a:extLst>
              <a:ext uri="{FF2B5EF4-FFF2-40B4-BE49-F238E27FC236}">
                <a16:creationId xmlns:a16="http://schemas.microsoft.com/office/drawing/2014/main" id="{1AFB7D79-82CC-3BF4-26BE-A0D023326082}"/>
              </a:ext>
            </a:extLst>
          </p:cNvPr>
          <p:cNvSpPr/>
          <p:nvPr/>
        </p:nvSpPr>
        <p:spPr>
          <a:xfrm rot="4099154">
            <a:off x="1500336" y="3125056"/>
            <a:ext cx="737170" cy="338571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0473" y="1439866"/>
                <a:ext cx="5167085" cy="1759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fr-FR" sz="2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endParaRPr lang="fr-FR" sz="2600" dirty="0"/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0473" y="1439866"/>
                <a:ext cx="5167085" cy="1759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69A214-4D5D-715B-6640-CC12B4B65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Ordre 1 en temps </a:t>
            </a:r>
          </a:p>
          <a:p>
            <a:r>
              <a:rPr lang="fr-FR" dirty="0"/>
              <a:t>Ordre 2 en R et en z 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J’ai fait les calculs mais pas encore eu le temps de les mettre </a:t>
            </a:r>
            <a:r>
              <a:rPr lang="fr-FR"/>
              <a:t>au propre</a:t>
            </a:r>
          </a:p>
        </p:txBody>
      </p:sp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2379</TotalTime>
  <Words>191</Words>
  <Application>Microsoft Office PowerPoint</Application>
  <PresentationFormat>Grand écran</PresentationFormat>
  <Paragraphs>46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</vt:lpstr>
      <vt:lpstr>Cambria Math</vt:lpstr>
      <vt:lpstr>Thème Office</vt:lpstr>
      <vt:lpstr>MEC8211 – Projet final</vt:lpstr>
      <vt:lpstr>Contexte</vt:lpstr>
      <vt:lpstr>Modélisation mathématique</vt:lpstr>
      <vt:lpstr>Discrétisation </vt:lpstr>
      <vt:lpstr>Calcul de l’ordre de convergence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28</cp:revision>
  <dcterms:created xsi:type="dcterms:W3CDTF">2026-02-07T22:10:41Z</dcterms:created>
  <dcterms:modified xsi:type="dcterms:W3CDTF">2026-04-07T15:37:45Z</dcterms:modified>
</cp:coreProperties>
</file>