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80" r:id="rId3"/>
    <p:sldId id="281" r:id="rId4"/>
    <p:sldId id="258" r:id="rId5"/>
    <p:sldId id="282" r:id="rId6"/>
    <p:sldId id="257" r:id="rId7"/>
    <p:sldId id="264" r:id="rId8"/>
    <p:sldId id="259" r:id="rId9"/>
    <p:sldId id="263" r:id="rId10"/>
    <p:sldId id="260" r:id="rId11"/>
    <p:sldId id="262" r:id="rId12"/>
    <p:sldId id="283" r:id="rId13"/>
    <p:sldId id="269" r:id="rId14"/>
    <p:sldId id="286" r:id="rId15"/>
    <p:sldId id="284" r:id="rId16"/>
    <p:sldId id="261" r:id="rId17"/>
    <p:sldId id="265" r:id="rId18"/>
    <p:sldId id="266" r:id="rId19"/>
    <p:sldId id="267" r:id="rId20"/>
    <p:sldId id="268" r:id="rId21"/>
    <p:sldId id="285" r:id="rId22"/>
    <p:sldId id="272" r:id="rId23"/>
    <p:sldId id="270" r:id="rId24"/>
    <p:sldId id="271" r:id="rId25"/>
    <p:sldId id="278" r:id="rId26"/>
    <p:sldId id="273" r:id="rId27"/>
    <p:sldId id="276" r:id="rId28"/>
    <p:sldId id="277" r:id="rId29"/>
    <p:sldId id="274" r:id="rId30"/>
    <p:sldId id="279" r:id="rId3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78" d="100"/>
          <a:sy n="78" d="100"/>
        </p:scale>
        <p:origin x="89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E3EF2-BB98-40F8-97FA-C4A3F82A773E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2A586-A44F-4832-86AD-F3953D03CDFD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70F2-053A-49C8-975F-D66A9D98776B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153F4-9539-487A-AAD9-7CDB222E0065}" type="datetime1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F1CD1-F040-4758-8097-CF709F1D3BD2}" type="datetime1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EA93-3E66-43EA-9968-19C091DEE6B2}" type="datetime1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D0892-96A3-401F-9540-0D0F4005E0BA}" type="datetime1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4351D-395D-4EA4-B21E-7BFE1F4E205E}" type="datetime1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ED27B-925F-4DEA-AB38-A034A10A1BE9}" type="datetime1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3D4F6E-E469-42CC-A5EB-D2CD9317FE9F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65B0F-6D1C-4B44-AEC8-DA6E37704C0A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6CD994-6CF5-4070-B12A-5121E0D5A99F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8DCB1-A052-E9CC-ABC2-98BFD46A6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3741A-D670-05A1-AC08-A3CC97C8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A580AE8-1AA9-0663-5536-13AA633FD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769EC833-0136-6D99-E575-107B4A54AF11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2A82AE03-F803-8375-47FB-094E58C9B5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8731A7-2B3F-2A40-1FA2-C7FEA7F11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7038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4A0F-0F40-D5BC-2927-F489832CA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C9E7FA-56C9-AE1D-8AB5-608B544D48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516DFF84-D54C-C36A-10BB-00EA092552D7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Contexte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56BA1E48-524F-C15A-3A1C-59CAC6CC0A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5019B5-B3A0-A3EC-7A9C-1755EEA56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266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9009E-BDF1-3202-1C66-42A44C6CC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CA42-48D1-B6A9-E369-476890036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0094CF-DF10-F5BA-E586-A30A3E25DC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89A1A2BC-DF47-2146-7BC9-DFFEAC11E914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b="1" dirty="0">
                <a:latin typeface="+mn-lt"/>
                <a:ea typeface="+mn-ea"/>
                <a:cs typeface="+mn-cs"/>
              </a:rPr>
              <a:t> </a:t>
            </a:r>
            <a:r>
              <a:rPr lang="en-US" sz="2000" b="1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A67FF553-B74C-97DD-6327-944F8FA43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19C76F-D2CD-F37B-0BA6-4D40F6D2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8913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9C1A6-27F8-6BFF-4EEE-C72E36B60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DE6FBB-2566-B96F-4BE2-49B684ED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C7E4F8-A240-C289-A35B-85F4B1593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328285-A11E-A0F3-98CE-D5ED409C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58AFE-122A-4D24-80B8-A13BE3522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E6A5FF14-066D-C8AE-EF4F-5F0D2C183AC9}"/>
              </a:ext>
            </a:extLst>
          </p:cNvPr>
          <p:cNvSpPr txBox="1"/>
          <p:nvPr/>
        </p:nvSpPr>
        <p:spPr>
          <a:xfrm>
            <a:off x="838200" y="2634557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 Première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20C234A-069E-22E5-E6B1-F2E536A584B4}"/>
              </a:ext>
            </a:extLst>
          </p:cNvPr>
          <p:cNvSpPr txBox="1"/>
          <p:nvPr/>
        </p:nvSpPr>
        <p:spPr>
          <a:xfrm>
            <a:off x="838199" y="4977896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Dérivées Seconde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B030D-D9C2-478A-A0D5-C4EA6B53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535B5-651D-9B06-9176-0DA06E65F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E204E9-4A70-CDBF-124E-4FBA9AC254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03132560-6350-FA72-0E9E-0AF1C049E118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765C5B42-8A9D-D2A6-FE9A-C76EDA50E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0EFE0C-FDFE-A143-3F31-AE36CD72B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2757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1874" r="-25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65692-488D-D130-B8B6-C64510D0E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3A0EB-0907-E123-B3D5-9ED0B1E3D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AD5441-D133-7193-48F3-2A9F2A7D6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777396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– Algorithme de résolution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617CC10-1EFA-7950-6D9B-3524A14D95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0.   Initialisation des paramètres et vérification du critère de stabilité.</a:t>
                </a:r>
              </a:p>
              <a:p>
                <a:pPr marL="514350" indent="-514350">
                  <a:buAutoNum type="arabicPeriod"/>
                </a:pPr>
                <a:r>
                  <a:rPr lang="fr-FR" dirty="0"/>
                  <a:t>Condition initiale dans le domaine.</a:t>
                </a:r>
              </a:p>
              <a:p>
                <a:pPr marL="514350" indent="-514350">
                  <a:buAutoNum type="arabicPeriod"/>
                </a:pPr>
                <a:r>
                  <a:rPr lang="fr-FR" dirty="0"/>
                  <a:t>Boucle temporelle,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/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</m:oMath>
                </a14:m>
                <a:r>
                  <a:rPr lang="fr-FR" dirty="0"/>
                  <a:t> :</a:t>
                </a:r>
              </a:p>
              <a:p>
                <a:pPr marL="971550" lvl="1" indent="-514350">
                  <a:buAutoNum type="arabicPeriod"/>
                </a:pPr>
                <a:r>
                  <a:rPr lang="fr-FR" dirty="0"/>
                  <a:t>Calcul des nœuds suivants aux frontières du domaine à l’aide de la solution courante.</a:t>
                </a:r>
              </a:p>
              <a:p>
                <a:pPr marL="971550" lvl="1" indent="-514350">
                  <a:buAutoNum type="arabicPeriod"/>
                </a:pPr>
                <a:r>
                  <a:rPr lang="fr-FR" dirty="0"/>
                  <a:t>Calcul des nœuds suivants au milieu du domaine à l’aide de la solution courante.</a:t>
                </a:r>
              </a:p>
              <a:p>
                <a:pPr marL="971550" lvl="1" indent="-514350">
                  <a:buFont typeface="Arial" panose="020B0604020202020204" pitchFamily="34" charset="0"/>
                  <a:buAutoNum type="arabicPeriod"/>
                </a:pPr>
                <a:r>
                  <a:rPr lang="fr-FR" dirty="0"/>
                  <a:t>On pose </a:t>
                </a:r>
                <a14:m>
                  <m:oMath xmlns:m="http://schemas.openxmlformats.org/officeDocument/2006/math">
                    <m:r>
                      <a:rPr lang="fr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fr-CA" i="1">
                        <a:latin typeface="Cambria Math" panose="02040503050406030204" pitchFamily="18" charset="0"/>
                      </a:rPr>
                      <m:t>𝑆𝑜𝑙𝑢𝑡𝑖𝑜</m:t>
                    </m:r>
                    <m:sSup>
                      <m:sSupPr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fr-CA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fr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i="1">
                        <a:latin typeface="Cambria Math" panose="02040503050406030204" pitchFamily="18" charset="0"/>
                      </a:rPr>
                      <m:t>𝑆𝑜𝑙𝑢𝑡𝑖𝑜</m:t>
                    </m:r>
                    <m:sSup>
                      <m:sSupPr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fr-CA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fr-FR" dirty="0"/>
                  <a:t> </a:t>
                </a:r>
              </a:p>
              <a:p>
                <a:pPr marL="971550" lvl="1" indent="-514350">
                  <a:buAutoNum type="arabicPeriod"/>
                </a:pPr>
                <a:r>
                  <a:rPr lang="fr-FR" dirty="0"/>
                  <a:t>On sort si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</m:oMath>
                </a14:m>
                <a:endParaRPr lang="fr-CA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617CC10-1EFA-7950-6D9B-3524A14D95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1073" t="-18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3CA67-58F6-B0D2-130A-0A5EC4D0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6409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E82E6-A328-18C3-0563-368C1178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E94123-6345-195A-AC9E-67E6AAC6CE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5E125C11-3A07-1F9D-5E22-B8FF6311F047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D70EEC34-2062-C6F8-8879-BA29F78A94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FC811F-E374-BBFB-41A5-FE0CD52B3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2161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D6373-CE48-75B4-EADB-2F82DBF80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6F61A-9308-D0FE-6B50-6021FA2C4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C2416-D0D4-B2CC-47BD-F454F1912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ABFEE-657A-9A09-E8EF-DD345398C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209B38-FFB4-D9F8-492D-65AE01C22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57E25-CA72-4BE6-FF0F-7A14AD071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8D45DE-51F7-9718-BF32-A0EB4238BB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302326F-3D3F-CE69-7513-14841B5F8E2D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362BCFBF-4E6C-0E38-3E48-B5B9BF75CF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DA91F9-8A91-88FA-0E75-A941DB923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36297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1E3427-3392-EE3B-41FE-24E4FF15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0.6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0.3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ED62C4-6596-0DD4-8FDA-6EEAFC786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7850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525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1118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298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025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B88C7-B085-8E63-BBC3-EA1A926F5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0.1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=1.25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×10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3F51B-4476-7D79-F517-30076B8D6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57C2EC-14FC-7B6E-D267-A6016DDBD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(42.5,3.75)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0.525,0.19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=44.91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7EE47-0995-E8D7-E735-E1DCAE103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0.87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44.91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1,1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×10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−3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)²</m:t>
                        </m:r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44.92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FR" b="1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𝟕𝟖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𝟎𝟒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𝛅</m:t>
                        </m:r>
                      </m:e>
                      <m:sub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𝐦𝐨𝐝𝐞𝐥</m:t>
                        </m:r>
                      </m:sub>
                    </m:sSub>
                    <m:r>
                      <a:rPr lang="fr-FR" b="1" i="0" smtClean="0">
                        <a:latin typeface="Cambria Math" panose="02040503050406030204" pitchFamily="18" charset="0"/>
                      </a:rPr>
                      <m:t> &lt;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𝟔𝟒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</m:oMath>
                </a14:m>
                <a:r>
                  <a:rPr lang="en-US" b="1" dirty="0"/>
                  <a:t>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Amélioration</a:t>
                </a:r>
                <a:r>
                  <a:rPr lang="en-US" b="1" dirty="0"/>
                  <a:t> sur </a:t>
                </a:r>
                <a:r>
                  <a:rPr lang="en-US" b="1" dirty="0" err="1"/>
                  <a:t>l’incertitude</a:t>
                </a:r>
                <a:r>
                  <a:rPr lang="en-US" b="1" dirty="0"/>
                  <a:t> de </a:t>
                </a:r>
                <a:r>
                  <a:rPr lang="en-US" b="1" dirty="0" err="1"/>
                  <a:t>l’émissivité</a:t>
                </a:r>
                <a:r>
                  <a:rPr lang="en-US" b="1" dirty="0"/>
                  <a:t> </a:t>
                </a:r>
                <a:r>
                  <a:rPr lang="en-US" b="1" dirty="0" err="1"/>
                  <a:t>nécessaire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06A440F-4525-4755-9716-F3DDCC775AB6}"/>
              </a:ext>
            </a:extLst>
          </p:cNvPr>
          <p:cNvSpPr/>
          <p:nvPr/>
        </p:nvSpPr>
        <p:spPr>
          <a:xfrm>
            <a:off x="838200" y="3932141"/>
            <a:ext cx="5312780" cy="488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00158C-C960-342C-B0C7-9E64CB5F52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38" b="2376"/>
          <a:stretch>
            <a:fillRect/>
          </a:stretch>
        </p:blipFill>
        <p:spPr>
          <a:xfrm>
            <a:off x="6351639" y="3893193"/>
            <a:ext cx="5002161" cy="56611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E2EA8-7F3E-29F7-BF38-BCFC5580D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Améliorations possibles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CA812-BFC4-E1E8-4507-25D4BC510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FCC7F-3AF3-6D33-FB0F-E15C4FAC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D8984B-B992-0FD9-B126-55C7737C1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34163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/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=9.71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pour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𝒗𝒂𝒍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𝟗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𝟕𝟓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 dirty="0"/>
                      <m:t>−7.70 </m:t>
                    </m:r>
                    <m:r>
                      <m:rPr>
                        <m:nor/>
                      </m:rPr>
                      <a:rPr lang="en-US" dirty="0"/>
                      <m:t>K</m:t>
                    </m:r>
                    <m:r>
                      <m:rPr>
                        <m:nor/>
                      </m:rPr>
                      <a:rPr lang="en-US" dirty="0"/>
                      <m:t> &lt;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  <m:r>
                      <a:rPr lang="fr-FR" b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31.30</m:t>
                    </m:r>
                    <m:r>
                      <m:rPr>
                        <m:sty m:val="p"/>
                      </m:rPr>
                      <a:rPr lang="fr-FR" b="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blipFill>
                <a:blip r:embed="rId3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E09455-7A8D-7C98-051B-E02820349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23963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3236</TotalTime>
  <Words>2066</Words>
  <Application>Microsoft Office PowerPoint</Application>
  <PresentationFormat>Widescreen</PresentationFormat>
  <Paragraphs>339</Paragraphs>
  <Slides>30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Plan de la présentation</vt:lpstr>
      <vt:lpstr>Plan de la présentation</vt:lpstr>
      <vt:lpstr>Contexte</vt:lpstr>
      <vt:lpstr>Plan de la présentation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Calcul de l’ordre de convergence </vt:lpstr>
      <vt:lpstr>Calcul de l’ordre de convergence </vt:lpstr>
      <vt:lpstr>Plan de la présentation</vt:lpstr>
      <vt:lpstr>Description du code :</vt:lpstr>
      <vt:lpstr>Description du code – Algorithme de résolution</vt:lpstr>
      <vt:lpstr>Plan de la présentation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Plan de la présentation</vt:lpstr>
      <vt:lpstr>Validation - erreur simulation :</vt:lpstr>
      <vt:lpstr>Validation - erreur simulation :</vt:lpstr>
      <vt:lpstr>Validation - erreur simulation :</vt:lpstr>
      <vt:lpstr>Validation – Incertitude numérique </vt:lpstr>
      <vt:lpstr>Validation – incertitude expérimentale</vt:lpstr>
      <vt:lpstr>Validation – incertitude u_input</vt:lpstr>
      <vt:lpstr>Validation – erreur du modèle </vt:lpstr>
      <vt:lpstr>Améliorations possibles</vt:lpstr>
      <vt:lpstr>Annexe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67</cp:revision>
  <dcterms:created xsi:type="dcterms:W3CDTF">2026-02-07T22:10:41Z</dcterms:created>
  <dcterms:modified xsi:type="dcterms:W3CDTF">2026-04-13T02:04:03Z</dcterms:modified>
</cp:coreProperties>
</file>