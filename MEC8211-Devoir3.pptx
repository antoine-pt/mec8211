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3" autoAdjust="0"/>
    <p:restoredTop sz="94660"/>
  </p:normalViewPr>
  <p:slideViewPr>
    <p:cSldViewPr snapToGrid="0">
      <p:cViewPr varScale="1">
        <p:scale>
          <a:sx n="45" d="100"/>
          <a:sy n="45" d="100"/>
        </p:scale>
        <p:origin x="53" y="8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2ECC62-EAF7-1035-8F94-5644B0ADD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DC137E-47EF-7813-F8D9-35C39650E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83835A-20CD-C264-B152-5FE8D6983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27DB43-631C-6BE2-125A-9BAA88339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CCA212-B074-CE53-203B-D9AAF99E3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649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F0079-A8FD-1E3C-05DD-43C66D1BA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801B53-DEEB-745E-EC99-0476EF023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5AE8F8-313B-7E91-C379-8394CA43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BDB642-DF18-412C-21BD-B3B0507DD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C2301E-B2D6-5CF9-F855-7E04C464C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29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02322-6B4E-E697-1291-ED443433E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3688D89-7C39-6555-971F-4391ACD12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9118D0-49DF-05EC-8F47-3AD05DA33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342888-E1F4-3EA8-B01F-8991D42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834ED2-482F-CE8E-C2E8-46017D3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9570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554EC-B2F9-CCAA-0C2D-C7C1B8CF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797DB-F889-08EC-E1FC-0FDD80EADD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486227C-6B4F-C012-364F-6EB683D69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E44E6AD-1354-8644-1A63-EB046CA0F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6B9067E-1426-D593-484A-B1CEC2BF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04C8401-2587-247E-0ED9-B36DA536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9532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A6D36-3555-637A-2616-C227660E2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B3D8F9-E275-91E4-0B31-1406C4447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19B9117-E166-E89C-7F67-20BDD15DD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BD8A42-745A-7394-AE04-40101DB08D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356E7B9-A24E-500F-5AF9-0391547579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FBC5BA7-54D6-1801-FC17-2753C9934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1762DFE-E69B-D21C-09D6-A0F8AC61A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B3A7B23-1B74-9C9F-9B85-61D5F308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879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92E926-7475-68DA-C790-4FA7DB1A5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8FBF773-7566-A041-FA69-A3B32270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8B89780-EF4E-FF8C-CA83-32C4ABA7A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BF42B39-65EA-0754-4F3A-03BACF4FC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4895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9C3C60-4952-ABEE-B909-2B2CF0F30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452FE0-DF25-A36C-B352-A0AE425A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4F7236-BC28-0DA7-F5D9-3247AF8A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210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B47E47-8C8E-D99F-5F73-EF2C9C22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49BB5D-CC07-B713-F9F9-50118EC08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1E9281-031C-EDCC-1C27-C470F4A77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014BCA-3E21-1520-7E8C-AE3D946F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11CF75-28A5-4F83-85DF-A9A20280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881D02-244A-6FDF-ED8D-72897197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0479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D81FFE-2852-F517-F4A6-8E405D2F1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DDE2578-1FE4-E4D1-6689-20DE59F2C4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709F10-A820-7FD3-0933-0DB97628C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62E178-027A-1C8C-D545-00FFE3BF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BDD9C8A-908B-8A6A-9242-91F2FCE7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900FDA-CC10-180F-AF80-1E57271CE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982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620C77-413F-5529-A61D-7803191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934F54-1E3E-37D6-1C0B-E0B9DC5AE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30818A-C895-6754-E996-213B2FA2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90E735-EEB0-ED57-9C07-320733EED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2FF544-AB1B-20FB-6646-433FACC6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1425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E1CE5C5-5417-261F-0ABD-6367744B31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FE909A-9B32-8A2D-C28C-39F3674940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971400-6C6D-A507-976D-38624667D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BDC9C1-2934-0DFE-5778-39EB7D2B2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621983-9DA0-8A74-5038-359D55DDE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046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5091EDF-5198-4CAF-A12F-52A6BE05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55780F-7CC0-01B5-A667-7F23A92EA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5A7F72-93F7-AF2B-F715-A89E5CBD9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FBCA7-9440-4261-9163-708EE63D783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DBB570-B3E5-9216-56E4-3134DA844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A11292-186C-AD6B-3030-D2858E46D5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50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Devoir 3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A)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E80974-09C0-B5E5-C74A-D5162AC8C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de l’ordre de convergence observé </a:t>
            </a:r>
          </a:p>
          <a:p>
            <a:r>
              <a:rPr lang="fr-FR" dirty="0"/>
              <a:t>Calcul du </a:t>
            </a:r>
            <a:r>
              <a:rPr lang="fr-FR" dirty="0" err="1"/>
              <a:t>Grid</a:t>
            </a:r>
            <a:r>
              <a:rPr lang="fr-FR" dirty="0"/>
              <a:t> Convergence Index (p=2)</a:t>
            </a:r>
          </a:p>
        </p:txBody>
      </p:sp>
    </p:spTree>
    <p:extLst>
      <p:ext uri="{BB962C8B-B14F-4D97-AF65-F5344CB8AC3E}">
        <p14:creationId xmlns:p14="http://schemas.microsoft.com/office/powerpoint/2010/main" val="3301136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71D2-F40F-4242-9CD0-9354BCAC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fr-FR" dirty="0"/>
                  <a:t>B) Incertitude sur les données d’entrée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087" t="-78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CA13C1-0552-592F-8A56-718E46BDA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Méthode de Monte Carlo pour la propagation des incertitudes </a:t>
            </a:r>
          </a:p>
        </p:txBody>
      </p:sp>
    </p:spTree>
    <p:extLst>
      <p:ext uri="{BB962C8B-B14F-4D97-AF65-F5344CB8AC3E}">
        <p14:creationId xmlns:p14="http://schemas.microsoft.com/office/powerpoint/2010/main" val="1574176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E4E87-1BBD-CE67-3881-6D0E3355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C) Incertitude expérimentale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2EB648-3F2D-8A95-AAB6-E223881C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Racine des carrés des incertitudes des valeurs </a:t>
            </a:r>
          </a:p>
          <a:p>
            <a:r>
              <a:rPr lang="fr-FR" dirty="0"/>
              <a:t>Systématique et aléatoire </a:t>
            </a:r>
          </a:p>
        </p:txBody>
      </p:sp>
    </p:spTree>
    <p:extLst>
      <p:ext uri="{BB962C8B-B14F-4D97-AF65-F5344CB8AC3E}">
        <p14:creationId xmlns:p14="http://schemas.microsoft.com/office/powerpoint/2010/main" val="2530867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24F0-B289-642A-9771-1BF06FCC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B509C-34AF-4FE2-2E9C-0C225D35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5321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D) Erreur de simulation E </a:t>
            </a:r>
            <a:br>
              <a:rPr lang="fr-FR" b="0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3E90C5-151C-4E9F-B84E-15760D48B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E=S-D </a:t>
            </a:r>
          </a:p>
          <a:p>
            <a:r>
              <a:rPr lang="fr-FR" dirty="0"/>
              <a:t>D calculé à partir des moyennes du tableau 1 (moyenne = médiane) </a:t>
            </a:r>
          </a:p>
          <a:p>
            <a:r>
              <a:rPr lang="fr-FR" dirty="0"/>
              <a:t>S à simuler avec le code fourni </a:t>
            </a:r>
          </a:p>
        </p:txBody>
      </p:sp>
    </p:spTree>
    <p:extLst>
      <p:ext uri="{BB962C8B-B14F-4D97-AF65-F5344CB8AC3E}">
        <p14:creationId xmlns:p14="http://schemas.microsoft.com/office/powerpoint/2010/main" val="1876343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5D845-2688-1EA8-46B4-296C4A61C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E) Erreur du modèle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b="0" dirty="0"/>
              </a:p>
              <a:p>
                <a:r>
                  <a:rPr lang="fr-FR" dirty="0"/>
                  <a:t>E calculé dans la partie D </a:t>
                </a:r>
              </a:p>
              <a:p>
                <a:r>
                  <a:rPr lang="fr-FR" b="0" dirty="0"/>
                  <a:t>K = 2 pour in</a:t>
                </a:r>
                <a:r>
                  <a:rPr lang="fr-FR" dirty="0"/>
                  <a:t>tervalle de confiance à 95,4%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𝑖𝑛𝑝𝑢𝑡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53135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157</Words>
  <Application>Microsoft Office PowerPoint</Application>
  <PresentationFormat>Grand écran</PresentationFormat>
  <Paragraphs>23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Thème Office</vt:lpstr>
      <vt:lpstr>MEC8211 – Devoir 3 </vt:lpstr>
      <vt:lpstr>A) Incertitude numérique u_num </vt:lpstr>
      <vt:lpstr>B) Incertitude sur les données d’entrée u_input </vt:lpstr>
      <vt:lpstr>C) Incertitude expérimentale u_D </vt:lpstr>
      <vt:lpstr>D) Erreur de simulation E  </vt:lpstr>
      <vt:lpstr>E) Erreur du modèle δ_model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2</cp:revision>
  <dcterms:created xsi:type="dcterms:W3CDTF">2026-03-17T16:04:56Z</dcterms:created>
  <dcterms:modified xsi:type="dcterms:W3CDTF">2026-03-17T16:14:19Z</dcterms:modified>
</cp:coreProperties>
</file>